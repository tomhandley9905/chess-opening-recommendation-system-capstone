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Oranienbaum"/>
      <p:regular r:id="rId27"/>
    </p:embeddedFont>
    <p:embeddedFont>
      <p:font typeface="Anaheim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F95C39-DFB8-4C77-9495-F43BB7AB1934}">
  <a:tblStyle styleId="{66F95C39-DFB8-4C77-9495-F43BB7AB19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Anaheim-regular.fntdata"/><Relationship Id="rId27" Type="http://schemas.openxmlformats.org/officeDocument/2006/relationships/font" Target="fonts/Oranienba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nahei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e35c3613c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e35c3613c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ca46d2da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aca46d2da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e2b3de137c_0_20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e2b3de137c_0_20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ad08566516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ad08566516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a40f419b53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a40f419b53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ad08566516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ad08566516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ad08566516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ad08566516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ad08566516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ad08566516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ac5b6e43c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ac5b6e43c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a40f419b5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a40f419b5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ad08566516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ad08566516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ad08566516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ad08566516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ad08566516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ad08566516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ad08566516_0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ad08566516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ad0856651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ad0856651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ad08566516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ad08566516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aca46d2dae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aca46d2da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a40f419b53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a40f419b53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ad08566516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ad08566516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82840" y="1523850"/>
            <a:ext cx="2298696" cy="5825846"/>
          </a:xfrm>
          <a:custGeom>
            <a:rect b="b" l="l" r="r" t="t"/>
            <a:pathLst>
              <a:path extrusionOk="0" h="40711" w="16063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6562465" y="1523850"/>
            <a:ext cx="2298696" cy="5825846"/>
          </a:xfrm>
          <a:custGeom>
            <a:rect b="b" l="l" r="r" t="t"/>
            <a:pathLst>
              <a:path extrusionOk="0" h="40711" w="16063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2178025" y="1180900"/>
            <a:ext cx="4788000" cy="224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74425" y="3461900"/>
            <a:ext cx="45951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2132799" y="1034101"/>
            <a:ext cx="2582312" cy="5801740"/>
          </a:xfrm>
          <a:custGeom>
            <a:rect b="b" l="l" r="r" t="t"/>
            <a:pathLst>
              <a:path extrusionOk="0" h="38219" w="17011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 rot="10800000">
            <a:off x="562674" y="-1388749"/>
            <a:ext cx="2582312" cy="5801740"/>
          </a:xfrm>
          <a:custGeom>
            <a:rect b="b" l="l" r="r" t="t"/>
            <a:pathLst>
              <a:path extrusionOk="0" h="38219" w="17011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820350" y="2659450"/>
            <a:ext cx="3185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b="1" sz="45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3"/>
          <p:cNvSpPr txBox="1"/>
          <p:nvPr>
            <p:ph hasCustomPrompt="1" idx="2" type="title"/>
          </p:nvPr>
        </p:nvSpPr>
        <p:spPr>
          <a:xfrm>
            <a:off x="4820350" y="887025"/>
            <a:ext cx="31854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5140600" y="3499575"/>
            <a:ext cx="2544900" cy="7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3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5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32" name="Google Shape;32;p4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 rot="5400000">
            <a:off x="491572" y="439372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 rot="-5400000">
            <a:off x="8195572" y="-20238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 rot="10800000">
            <a:off x="111672" y="19344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8590622" y="402869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1359850" y="3433125"/>
            <a:ext cx="2887200" cy="11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1618413" y="28985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897050" y="3433125"/>
            <a:ext cx="2887200" cy="11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55588" y="28985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44" name="Google Shape;44;p5"/>
          <p:cNvSpPr/>
          <p:nvPr/>
        </p:nvSpPr>
        <p:spPr>
          <a:xfrm rot="5400000">
            <a:off x="491572" y="439372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 rot="-5400000">
            <a:off x="8195572" y="-20238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 rot="10800000">
            <a:off x="111672" y="19344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8590622" y="402869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0" name="Google Shape;50;p6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/>
          <p:nvPr/>
        </p:nvSpPr>
        <p:spPr>
          <a:xfrm rot="5400000">
            <a:off x="491572" y="439372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 rot="-5400000">
            <a:off x="8195572" y="-20238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 rot="10800000">
            <a:off x="111672" y="19344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8590622" y="402869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body"/>
          </p:nvPr>
        </p:nvSpPr>
        <p:spPr>
          <a:xfrm>
            <a:off x="720000" y="1692550"/>
            <a:ext cx="4655400" cy="23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lphaLcPeriod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rabicPeriod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lphaLcPeriod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romanLcPeriod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rabicPeriod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lphaLcPeriod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romanLcPeriod"/>
              <a:defRPr/>
            </a:lvl9pPr>
          </a:lstStyle>
          <a:p/>
        </p:txBody>
      </p:sp>
      <p:grpSp>
        <p:nvGrpSpPr>
          <p:cNvPr id="57" name="Google Shape;57;p7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58" name="Google Shape;58;p7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7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7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7"/>
            <p:cNvSpPr/>
            <p:nvPr/>
          </p:nvSpPr>
          <p:spPr>
            <a:xfrm flipH="1" rot="-5400000">
              <a:off x="8376924" y="454693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7"/>
            <p:cNvSpPr/>
            <p:nvPr/>
          </p:nvSpPr>
          <p:spPr>
            <a:xfrm>
              <a:off x="116074" y="43172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8"/>
          <p:cNvGrpSpPr/>
          <p:nvPr/>
        </p:nvGrpSpPr>
        <p:grpSpPr>
          <a:xfrm>
            <a:off x="209625" y="144000"/>
            <a:ext cx="8724275" cy="4855625"/>
            <a:chOff x="209625" y="144000"/>
            <a:chExt cx="8724275" cy="4855625"/>
          </a:xfrm>
        </p:grpSpPr>
        <p:sp>
          <p:nvSpPr>
            <p:cNvPr id="66" name="Google Shape;66;p8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8"/>
            <p:cNvSpPr/>
            <p:nvPr/>
          </p:nvSpPr>
          <p:spPr>
            <a:xfrm>
              <a:off x="209625" y="144000"/>
              <a:ext cx="247800" cy="2478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209625" y="4751825"/>
              <a:ext cx="247800" cy="2478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8686100" y="144000"/>
              <a:ext cx="247800" cy="2478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8686100" y="4751825"/>
              <a:ext cx="247800" cy="2478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8"/>
          <p:cNvSpPr txBox="1"/>
          <p:nvPr>
            <p:ph type="title"/>
          </p:nvPr>
        </p:nvSpPr>
        <p:spPr>
          <a:xfrm>
            <a:off x="1388100" y="930075"/>
            <a:ext cx="6367800" cy="3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87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>
            <a:off x="3904176" y="540000"/>
            <a:ext cx="2529280" cy="6410354"/>
          </a:xfrm>
          <a:custGeom>
            <a:rect b="b" l="l" r="r" t="t"/>
            <a:pathLst>
              <a:path extrusionOk="0" h="40711" w="16063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 rot="-5400000">
            <a:off x="6565639" y="140623"/>
            <a:ext cx="1498325" cy="2218378"/>
          </a:xfrm>
          <a:custGeom>
            <a:rect b="b" l="l" r="r" t="t"/>
            <a:pathLst>
              <a:path extrusionOk="0" h="13815" w="9331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 rot="10800000">
            <a:off x="3260709" y="-313806"/>
            <a:ext cx="1242832" cy="2608847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6345932" y="2088501"/>
            <a:ext cx="1937723" cy="4353526"/>
          </a:xfrm>
          <a:custGeom>
            <a:rect b="b" l="l" r="r" t="t"/>
            <a:pathLst>
              <a:path extrusionOk="0" h="38219" w="17011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9"/>
          <p:cNvSpPr/>
          <p:nvPr/>
        </p:nvSpPr>
        <p:spPr>
          <a:xfrm flipH="1" rot="5400000">
            <a:off x="1080039" y="140623"/>
            <a:ext cx="1498325" cy="2218378"/>
          </a:xfrm>
          <a:custGeom>
            <a:rect b="b" l="l" r="r" t="t"/>
            <a:pathLst>
              <a:path extrusionOk="0" h="13815" w="9331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"/>
          <p:cNvSpPr txBox="1"/>
          <p:nvPr>
            <p:ph type="title"/>
          </p:nvPr>
        </p:nvSpPr>
        <p:spPr>
          <a:xfrm>
            <a:off x="720000" y="231030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81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9" name="Google Shape;79;p9"/>
          <p:cNvSpPr txBox="1"/>
          <p:nvPr>
            <p:ph idx="1" type="subTitle"/>
          </p:nvPr>
        </p:nvSpPr>
        <p:spPr>
          <a:xfrm>
            <a:off x="720000" y="3651600"/>
            <a:ext cx="34752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" name="Google Shape;80;p9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9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idx="1" type="body"/>
          </p:nvPr>
        </p:nvSpPr>
        <p:spPr>
          <a:xfrm>
            <a:off x="947925" y="922700"/>
            <a:ext cx="32655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2900">
                <a:solidFill>
                  <a:schemeClr val="lt2"/>
                </a:solidFill>
                <a:latin typeface="Oranienbaum"/>
                <a:ea typeface="Oranienbaum"/>
                <a:cs typeface="Oranienbaum"/>
                <a:sym typeface="Oranienbaum"/>
              </a:defRPr>
            </a:lvl1pPr>
          </a:lstStyle>
          <a:p/>
        </p:txBody>
      </p:sp>
      <p:sp>
        <p:nvSpPr>
          <p:cNvPr id="87" name="Google Shape;87;p10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0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0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0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/>
          <p:nvPr/>
        </p:nvSpPr>
        <p:spPr>
          <a:xfrm>
            <a:off x="1235225" y="470300"/>
            <a:ext cx="2442901" cy="6191431"/>
          </a:xfrm>
          <a:custGeom>
            <a:rect b="b" l="l" r="r" t="t"/>
            <a:pathLst>
              <a:path extrusionOk="0" h="40711" w="16063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1"/>
          <p:cNvSpPr/>
          <p:nvPr/>
        </p:nvSpPr>
        <p:spPr>
          <a:xfrm flipH="1" rot="5400000">
            <a:off x="3525284" y="2967881"/>
            <a:ext cx="1127185" cy="1668852"/>
          </a:xfrm>
          <a:custGeom>
            <a:rect b="b" l="l" r="r" t="t"/>
            <a:pathLst>
              <a:path extrusionOk="0" h="13815" w="9331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/>
          <p:nvPr/>
        </p:nvSpPr>
        <p:spPr>
          <a:xfrm rot="10800000">
            <a:off x="875385" y="-295531"/>
            <a:ext cx="932089" cy="1956606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1"/>
          <p:cNvSpPr/>
          <p:nvPr/>
        </p:nvSpPr>
        <p:spPr>
          <a:xfrm rot="5400000">
            <a:off x="-1198893" y="1625551"/>
            <a:ext cx="1937723" cy="4353526"/>
          </a:xfrm>
          <a:custGeom>
            <a:rect b="b" l="l" r="r" t="t"/>
            <a:pathLst>
              <a:path extrusionOk="0" h="38219" w="17011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1"/>
          <p:cNvSpPr/>
          <p:nvPr/>
        </p:nvSpPr>
        <p:spPr>
          <a:xfrm flipH="1" rot="5400000">
            <a:off x="-98266" y="1479981"/>
            <a:ext cx="1127185" cy="1668852"/>
          </a:xfrm>
          <a:custGeom>
            <a:rect b="b" l="l" r="r" t="t"/>
            <a:pathLst>
              <a:path extrusionOk="0" h="13815" w="9331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1"/>
          <p:cNvSpPr txBox="1"/>
          <p:nvPr>
            <p:ph hasCustomPrompt="1" type="title"/>
          </p:nvPr>
        </p:nvSpPr>
        <p:spPr>
          <a:xfrm>
            <a:off x="3185300" y="870475"/>
            <a:ext cx="5238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5458800" y="2765788"/>
            <a:ext cx="2965200" cy="6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0" name="Google Shape;100;p11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1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1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1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ITLE_AND_TWO_COLUMNS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hasCustomPrompt="1" idx="2" type="title"/>
          </p:nvPr>
        </p:nvSpPr>
        <p:spPr>
          <a:xfrm>
            <a:off x="780188" y="1634450"/>
            <a:ext cx="1152600" cy="107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/>
          <p:nvPr>
            <p:ph idx="1" type="subTitle"/>
          </p:nvPr>
        </p:nvSpPr>
        <p:spPr>
          <a:xfrm>
            <a:off x="1932788" y="22452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3" type="subTitle"/>
          </p:nvPr>
        </p:nvSpPr>
        <p:spPr>
          <a:xfrm>
            <a:off x="1932788" y="17106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hasCustomPrompt="1" idx="4" type="title"/>
          </p:nvPr>
        </p:nvSpPr>
        <p:spPr>
          <a:xfrm>
            <a:off x="4720913" y="1634450"/>
            <a:ext cx="1152600" cy="107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/>
          <p:nvPr>
            <p:ph idx="5" type="subTitle"/>
          </p:nvPr>
        </p:nvSpPr>
        <p:spPr>
          <a:xfrm>
            <a:off x="5873513" y="22452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3" name="Google Shape;113;p13"/>
          <p:cNvSpPr txBox="1"/>
          <p:nvPr>
            <p:ph idx="6" type="subTitle"/>
          </p:nvPr>
        </p:nvSpPr>
        <p:spPr>
          <a:xfrm>
            <a:off x="5873513" y="17106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hasCustomPrompt="1" idx="7" type="title"/>
          </p:nvPr>
        </p:nvSpPr>
        <p:spPr>
          <a:xfrm>
            <a:off x="780188" y="3095650"/>
            <a:ext cx="1152600" cy="107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/>
          <p:nvPr>
            <p:ph idx="8" type="subTitle"/>
          </p:nvPr>
        </p:nvSpPr>
        <p:spPr>
          <a:xfrm>
            <a:off x="1932788" y="37064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6" name="Google Shape;116;p13"/>
          <p:cNvSpPr txBox="1"/>
          <p:nvPr>
            <p:ph idx="9" type="subTitle"/>
          </p:nvPr>
        </p:nvSpPr>
        <p:spPr>
          <a:xfrm>
            <a:off x="1932788" y="31718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hasCustomPrompt="1" idx="13" type="title"/>
          </p:nvPr>
        </p:nvSpPr>
        <p:spPr>
          <a:xfrm>
            <a:off x="4720913" y="3095650"/>
            <a:ext cx="1152600" cy="107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/>
          <p:nvPr>
            <p:ph idx="14" type="subTitle"/>
          </p:nvPr>
        </p:nvSpPr>
        <p:spPr>
          <a:xfrm>
            <a:off x="5873513" y="37064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9" name="Google Shape;119;p13"/>
          <p:cNvSpPr txBox="1"/>
          <p:nvPr>
            <p:ph idx="15" type="subTitle"/>
          </p:nvPr>
        </p:nvSpPr>
        <p:spPr>
          <a:xfrm>
            <a:off x="5873513" y="3171850"/>
            <a:ext cx="24903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grpSp>
        <p:nvGrpSpPr>
          <p:cNvPr id="120" name="Google Shape;120;p13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121" name="Google Shape;121;p13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 flipH="1" rot="-5400000">
              <a:off x="8376924" y="454693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116074" y="43172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SECTION_TITLE_AND_DESCRIPTION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/>
        </p:nvSpPr>
        <p:spPr>
          <a:xfrm>
            <a:off x="506834" y="3121664"/>
            <a:ext cx="1242832" cy="2608847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 flipH="1" rot="5400000">
            <a:off x="-22078" y="1685747"/>
            <a:ext cx="1196841" cy="1772016"/>
          </a:xfrm>
          <a:custGeom>
            <a:rect b="b" l="l" r="r" t="t"/>
            <a:pathLst>
              <a:path extrusionOk="0" h="13815" w="9331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 rot="10800000">
            <a:off x="506834" y="-587011"/>
            <a:ext cx="1242832" cy="2608847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4"/>
          <p:cNvSpPr/>
          <p:nvPr/>
        </p:nvSpPr>
        <p:spPr>
          <a:xfrm flipH="1">
            <a:off x="7394334" y="3121664"/>
            <a:ext cx="1242832" cy="2608847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 rot="-5400000">
            <a:off x="7969238" y="1685747"/>
            <a:ext cx="1196841" cy="1772016"/>
          </a:xfrm>
          <a:custGeom>
            <a:rect b="b" l="l" r="r" t="t"/>
            <a:pathLst>
              <a:path extrusionOk="0" h="13815" w="9331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4"/>
          <p:cNvSpPr/>
          <p:nvPr/>
        </p:nvSpPr>
        <p:spPr>
          <a:xfrm flipH="1" rot="10800000">
            <a:off x="7394334" y="-587011"/>
            <a:ext cx="1242832" cy="2608847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4"/>
          <p:cNvSpPr txBox="1"/>
          <p:nvPr>
            <p:ph type="title"/>
          </p:nvPr>
        </p:nvSpPr>
        <p:spPr>
          <a:xfrm>
            <a:off x="2549400" y="3413302"/>
            <a:ext cx="40452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5" name="Google Shape;135;p14"/>
          <p:cNvSpPr txBox="1"/>
          <p:nvPr>
            <p:ph idx="1" type="subTitle"/>
          </p:nvPr>
        </p:nvSpPr>
        <p:spPr>
          <a:xfrm>
            <a:off x="2159400" y="1207588"/>
            <a:ext cx="4825200" cy="20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6" name="Google Shape;136;p14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4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4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ONE_COLUMN_TEXT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5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142" name="Google Shape;142;p15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5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5"/>
            <p:cNvSpPr/>
            <p:nvPr/>
          </p:nvSpPr>
          <p:spPr>
            <a:xfrm flipH="1" rot="-5400000">
              <a:off x="8376924" y="454693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116074" y="43172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720025" y="3433125"/>
            <a:ext cx="2370000" cy="10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49" name="Google Shape;149;p15"/>
          <p:cNvSpPr txBox="1"/>
          <p:nvPr>
            <p:ph idx="2" type="subTitle"/>
          </p:nvPr>
        </p:nvSpPr>
        <p:spPr>
          <a:xfrm>
            <a:off x="719988" y="28985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50" name="Google Shape;150;p15"/>
          <p:cNvSpPr txBox="1"/>
          <p:nvPr>
            <p:ph idx="3" type="subTitle"/>
          </p:nvPr>
        </p:nvSpPr>
        <p:spPr>
          <a:xfrm>
            <a:off x="3387019" y="3433125"/>
            <a:ext cx="2370000" cy="10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idx="4" type="subTitle"/>
          </p:nvPr>
        </p:nvSpPr>
        <p:spPr>
          <a:xfrm>
            <a:off x="3386975" y="28985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5" type="subTitle"/>
          </p:nvPr>
        </p:nvSpPr>
        <p:spPr>
          <a:xfrm>
            <a:off x="6054025" y="3433125"/>
            <a:ext cx="2370000" cy="10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53" name="Google Shape;153;p15"/>
          <p:cNvSpPr txBox="1"/>
          <p:nvPr>
            <p:ph idx="6" type="subTitle"/>
          </p:nvPr>
        </p:nvSpPr>
        <p:spPr>
          <a:xfrm>
            <a:off x="6053975" y="28985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TITLE_AND_TWO_COLUMNS_2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57" name="Google Shape;157;p16"/>
          <p:cNvSpPr txBox="1"/>
          <p:nvPr>
            <p:ph idx="1" type="subTitle"/>
          </p:nvPr>
        </p:nvSpPr>
        <p:spPr>
          <a:xfrm>
            <a:off x="720025" y="3783600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58" name="Google Shape;158;p16"/>
          <p:cNvSpPr txBox="1"/>
          <p:nvPr>
            <p:ph idx="2" type="subTitle"/>
          </p:nvPr>
        </p:nvSpPr>
        <p:spPr>
          <a:xfrm>
            <a:off x="719988" y="325767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59" name="Google Shape;159;p16"/>
          <p:cNvSpPr/>
          <p:nvPr/>
        </p:nvSpPr>
        <p:spPr>
          <a:xfrm rot="5400000">
            <a:off x="491572" y="439372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 rot="-5400000">
            <a:off x="8195572" y="-20238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 rot="10800000">
            <a:off x="111672" y="19344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8590622" y="402869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6"/>
          <p:cNvSpPr txBox="1"/>
          <p:nvPr>
            <p:ph idx="3" type="subTitle"/>
          </p:nvPr>
        </p:nvSpPr>
        <p:spPr>
          <a:xfrm>
            <a:off x="6054000" y="3783600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4" type="subTitle"/>
          </p:nvPr>
        </p:nvSpPr>
        <p:spPr>
          <a:xfrm>
            <a:off x="6053963" y="325767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5" type="subTitle"/>
          </p:nvPr>
        </p:nvSpPr>
        <p:spPr>
          <a:xfrm>
            <a:off x="720025" y="23534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6" type="subTitle"/>
          </p:nvPr>
        </p:nvSpPr>
        <p:spPr>
          <a:xfrm>
            <a:off x="719988" y="1827500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7" type="subTitle"/>
          </p:nvPr>
        </p:nvSpPr>
        <p:spPr>
          <a:xfrm>
            <a:off x="6054000" y="23534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68" name="Google Shape;168;p16"/>
          <p:cNvSpPr txBox="1"/>
          <p:nvPr>
            <p:ph idx="8" type="subTitle"/>
          </p:nvPr>
        </p:nvSpPr>
        <p:spPr>
          <a:xfrm>
            <a:off x="6053963" y="1827500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ONE_COLUMN_TEXT_1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17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171" name="Google Shape;171;p17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7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7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7"/>
            <p:cNvSpPr/>
            <p:nvPr/>
          </p:nvSpPr>
          <p:spPr>
            <a:xfrm flipH="1" rot="-5400000">
              <a:off x="8376924" y="454693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116074" y="43172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" name="Google Shape;176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" type="subTitle"/>
          </p:nvPr>
        </p:nvSpPr>
        <p:spPr>
          <a:xfrm>
            <a:off x="720006" y="39955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2" type="subTitle"/>
          </p:nvPr>
        </p:nvSpPr>
        <p:spPr>
          <a:xfrm>
            <a:off x="720006" y="3615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3" type="subTitle"/>
          </p:nvPr>
        </p:nvSpPr>
        <p:spPr>
          <a:xfrm>
            <a:off x="3386996" y="39955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0" name="Google Shape;180;p17"/>
          <p:cNvSpPr txBox="1"/>
          <p:nvPr>
            <p:ph idx="4" type="subTitle"/>
          </p:nvPr>
        </p:nvSpPr>
        <p:spPr>
          <a:xfrm>
            <a:off x="3386996" y="3615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81" name="Google Shape;181;p17"/>
          <p:cNvSpPr txBox="1"/>
          <p:nvPr>
            <p:ph idx="5" type="subTitle"/>
          </p:nvPr>
        </p:nvSpPr>
        <p:spPr>
          <a:xfrm>
            <a:off x="6053998" y="39955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2" name="Google Shape;182;p17"/>
          <p:cNvSpPr txBox="1"/>
          <p:nvPr>
            <p:ph idx="6" type="subTitle"/>
          </p:nvPr>
        </p:nvSpPr>
        <p:spPr>
          <a:xfrm>
            <a:off x="6053998" y="3615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7" type="subTitle"/>
          </p:nvPr>
        </p:nvSpPr>
        <p:spPr>
          <a:xfrm>
            <a:off x="720006" y="21678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4" name="Google Shape;184;p17"/>
          <p:cNvSpPr txBox="1"/>
          <p:nvPr>
            <p:ph idx="8" type="subTitle"/>
          </p:nvPr>
        </p:nvSpPr>
        <p:spPr>
          <a:xfrm>
            <a:off x="720006" y="17876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9" type="subTitle"/>
          </p:nvPr>
        </p:nvSpPr>
        <p:spPr>
          <a:xfrm>
            <a:off x="3386996" y="21678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6" name="Google Shape;186;p17"/>
          <p:cNvSpPr txBox="1"/>
          <p:nvPr>
            <p:ph idx="13" type="subTitle"/>
          </p:nvPr>
        </p:nvSpPr>
        <p:spPr>
          <a:xfrm>
            <a:off x="3386996" y="17876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14" type="subTitle"/>
          </p:nvPr>
        </p:nvSpPr>
        <p:spPr>
          <a:xfrm>
            <a:off x="6053998" y="21678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8" name="Google Shape;188;p17"/>
          <p:cNvSpPr txBox="1"/>
          <p:nvPr>
            <p:ph idx="15" type="subTitle"/>
          </p:nvPr>
        </p:nvSpPr>
        <p:spPr>
          <a:xfrm>
            <a:off x="6053998" y="17876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TITLE_AND_TWO_COLUMNS_2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2" name="Google Shape;192;p18"/>
          <p:cNvSpPr/>
          <p:nvPr/>
        </p:nvSpPr>
        <p:spPr>
          <a:xfrm rot="5400000">
            <a:off x="491572" y="439372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 rot="-5400000">
            <a:off x="8195572" y="-20238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 rot="10800000">
            <a:off x="111672" y="19344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8590622" y="402869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8"/>
          <p:cNvSpPr txBox="1"/>
          <p:nvPr>
            <p:ph idx="1" type="subTitle"/>
          </p:nvPr>
        </p:nvSpPr>
        <p:spPr>
          <a:xfrm>
            <a:off x="720025" y="39955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97" name="Google Shape;197;p18"/>
          <p:cNvSpPr txBox="1"/>
          <p:nvPr>
            <p:ph idx="2" type="subTitle"/>
          </p:nvPr>
        </p:nvSpPr>
        <p:spPr>
          <a:xfrm>
            <a:off x="719988" y="3615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198" name="Google Shape;198;p18"/>
          <p:cNvSpPr txBox="1"/>
          <p:nvPr>
            <p:ph idx="3" type="subTitle"/>
          </p:nvPr>
        </p:nvSpPr>
        <p:spPr>
          <a:xfrm>
            <a:off x="6054021" y="39955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99" name="Google Shape;199;p18"/>
          <p:cNvSpPr txBox="1"/>
          <p:nvPr>
            <p:ph idx="4" type="subTitle"/>
          </p:nvPr>
        </p:nvSpPr>
        <p:spPr>
          <a:xfrm>
            <a:off x="6053975" y="3615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5" type="subTitle"/>
          </p:nvPr>
        </p:nvSpPr>
        <p:spPr>
          <a:xfrm>
            <a:off x="720025" y="21678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01" name="Google Shape;201;p18"/>
          <p:cNvSpPr txBox="1"/>
          <p:nvPr>
            <p:ph idx="6" type="subTitle"/>
          </p:nvPr>
        </p:nvSpPr>
        <p:spPr>
          <a:xfrm>
            <a:off x="719988" y="17876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7" type="subTitle"/>
          </p:nvPr>
        </p:nvSpPr>
        <p:spPr>
          <a:xfrm>
            <a:off x="3387017" y="3083763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03" name="Google Shape;203;p18"/>
          <p:cNvSpPr txBox="1"/>
          <p:nvPr>
            <p:ph idx="8" type="subTitle"/>
          </p:nvPr>
        </p:nvSpPr>
        <p:spPr>
          <a:xfrm>
            <a:off x="3386975" y="2703538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204" name="Google Shape;204;p18"/>
          <p:cNvSpPr txBox="1"/>
          <p:nvPr>
            <p:ph idx="9" type="subTitle"/>
          </p:nvPr>
        </p:nvSpPr>
        <p:spPr>
          <a:xfrm>
            <a:off x="6054021" y="21678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05" name="Google Shape;205;p18"/>
          <p:cNvSpPr txBox="1"/>
          <p:nvPr>
            <p:ph idx="13" type="subTitle"/>
          </p:nvPr>
        </p:nvSpPr>
        <p:spPr>
          <a:xfrm>
            <a:off x="6053975" y="17876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ONE_COLUMN_TEXT_1_2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19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208" name="Google Shape;208;p19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9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9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9"/>
            <p:cNvSpPr/>
            <p:nvPr/>
          </p:nvSpPr>
          <p:spPr>
            <a:xfrm flipH="1" rot="-5400000">
              <a:off x="8376924" y="454693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116074" y="43172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4" name="Google Shape;214;p19"/>
          <p:cNvSpPr txBox="1"/>
          <p:nvPr>
            <p:ph idx="1" type="subTitle"/>
          </p:nvPr>
        </p:nvSpPr>
        <p:spPr>
          <a:xfrm>
            <a:off x="719988" y="3671225"/>
            <a:ext cx="23700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2" type="subTitle"/>
          </p:nvPr>
        </p:nvSpPr>
        <p:spPr>
          <a:xfrm>
            <a:off x="719988" y="3203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216" name="Google Shape;216;p19"/>
          <p:cNvSpPr txBox="1"/>
          <p:nvPr>
            <p:ph idx="3" type="subTitle"/>
          </p:nvPr>
        </p:nvSpPr>
        <p:spPr>
          <a:xfrm>
            <a:off x="3389427" y="3671225"/>
            <a:ext cx="23700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7" name="Google Shape;217;p19"/>
          <p:cNvSpPr txBox="1"/>
          <p:nvPr>
            <p:ph idx="4" type="subTitle"/>
          </p:nvPr>
        </p:nvSpPr>
        <p:spPr>
          <a:xfrm>
            <a:off x="3389427" y="3203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218" name="Google Shape;218;p19"/>
          <p:cNvSpPr txBox="1"/>
          <p:nvPr>
            <p:ph idx="5" type="subTitle"/>
          </p:nvPr>
        </p:nvSpPr>
        <p:spPr>
          <a:xfrm>
            <a:off x="6053969" y="3671225"/>
            <a:ext cx="2370000" cy="6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9" name="Google Shape;219;p19"/>
          <p:cNvSpPr txBox="1"/>
          <p:nvPr>
            <p:ph idx="6" type="subTitle"/>
          </p:nvPr>
        </p:nvSpPr>
        <p:spPr>
          <a:xfrm>
            <a:off x="6053969" y="3203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220" name="Google Shape;220;p19"/>
          <p:cNvSpPr txBox="1"/>
          <p:nvPr>
            <p:ph hasCustomPrompt="1" idx="7" type="title"/>
          </p:nvPr>
        </p:nvSpPr>
        <p:spPr>
          <a:xfrm>
            <a:off x="719988" y="1707275"/>
            <a:ext cx="2370000" cy="10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1" name="Google Shape;221;p19"/>
          <p:cNvSpPr txBox="1"/>
          <p:nvPr>
            <p:ph hasCustomPrompt="1" idx="8" type="title"/>
          </p:nvPr>
        </p:nvSpPr>
        <p:spPr>
          <a:xfrm>
            <a:off x="3389427" y="1707275"/>
            <a:ext cx="2370000" cy="10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2" name="Google Shape;222;p19"/>
          <p:cNvSpPr txBox="1"/>
          <p:nvPr>
            <p:ph hasCustomPrompt="1" idx="9" type="title"/>
          </p:nvPr>
        </p:nvSpPr>
        <p:spPr>
          <a:xfrm>
            <a:off x="6053969" y="1707275"/>
            <a:ext cx="2370000" cy="10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_1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20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225" name="Google Shape;225;p20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0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0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0"/>
            <p:cNvSpPr/>
            <p:nvPr/>
          </p:nvSpPr>
          <p:spPr>
            <a:xfrm flipH="1" rot="-5400000">
              <a:off x="8376924" y="454693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116074" y="43172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" name="Google Shape;230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1" name="Google Shape;231;p20"/>
          <p:cNvSpPr txBox="1"/>
          <p:nvPr>
            <p:ph idx="1" type="subTitle"/>
          </p:nvPr>
        </p:nvSpPr>
        <p:spPr>
          <a:xfrm>
            <a:off x="1385225" y="2356575"/>
            <a:ext cx="3088200" cy="11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234" name="Google Shape;234;p21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235" name="Google Shape;235;p21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1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1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1"/>
            <p:cNvSpPr/>
            <p:nvPr/>
          </p:nvSpPr>
          <p:spPr>
            <a:xfrm flipH="1" rot="-5400000">
              <a:off x="8376924" y="454693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116074" y="43172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ONLY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242" name="Google Shape;242;p22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243" name="Google Shape;243;p22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2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2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2"/>
            <p:cNvSpPr/>
            <p:nvPr/>
          </p:nvSpPr>
          <p:spPr>
            <a:xfrm flipH="1" rot="-5400000">
              <a:off x="8376924" y="454693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2"/>
            <p:cNvSpPr/>
            <p:nvPr/>
          </p:nvSpPr>
          <p:spPr>
            <a:xfrm>
              <a:off x="116074" y="43172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8" name="Google Shape;248;p22"/>
          <p:cNvSpPr txBox="1"/>
          <p:nvPr>
            <p:ph idx="1" type="subTitle"/>
          </p:nvPr>
        </p:nvSpPr>
        <p:spPr>
          <a:xfrm>
            <a:off x="1189850" y="2186950"/>
            <a:ext cx="2815500" cy="12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ONLY_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1" name="Google Shape;251;p23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 rot="5400000">
            <a:off x="491572" y="439372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 rot="-5400000">
            <a:off x="8195572" y="-20238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 rot="10800000">
            <a:off x="111672" y="19344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8590622" y="402869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3"/>
          <p:cNvSpPr txBox="1"/>
          <p:nvPr>
            <p:ph idx="1" type="subTitle"/>
          </p:nvPr>
        </p:nvSpPr>
        <p:spPr>
          <a:xfrm>
            <a:off x="5146550" y="2186950"/>
            <a:ext cx="2815500" cy="12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 txBox="1"/>
          <p:nvPr>
            <p:ph type="title"/>
          </p:nvPr>
        </p:nvSpPr>
        <p:spPr>
          <a:xfrm>
            <a:off x="1010350" y="2659450"/>
            <a:ext cx="3185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9" name="Google Shape;259;p24"/>
          <p:cNvSpPr txBox="1"/>
          <p:nvPr>
            <p:ph hasCustomPrompt="1" idx="2" type="title"/>
          </p:nvPr>
        </p:nvSpPr>
        <p:spPr>
          <a:xfrm>
            <a:off x="1010350" y="887025"/>
            <a:ext cx="31854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60" name="Google Shape;260;p24"/>
          <p:cNvSpPr txBox="1"/>
          <p:nvPr>
            <p:ph idx="1" type="subTitle"/>
          </p:nvPr>
        </p:nvSpPr>
        <p:spPr>
          <a:xfrm>
            <a:off x="1330600" y="3499575"/>
            <a:ext cx="2544900" cy="7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61" name="Google Shape;261;p24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4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4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4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4"/>
          <p:cNvSpPr/>
          <p:nvPr/>
        </p:nvSpPr>
        <p:spPr>
          <a:xfrm flipH="1">
            <a:off x="4554352" y="1034100"/>
            <a:ext cx="2298696" cy="5825846"/>
          </a:xfrm>
          <a:custGeom>
            <a:rect b="b" l="l" r="r" t="t"/>
            <a:pathLst>
              <a:path extrusionOk="0" h="40711" w="16063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4"/>
          <p:cNvSpPr/>
          <p:nvPr/>
        </p:nvSpPr>
        <p:spPr>
          <a:xfrm flipH="1" rot="10800000">
            <a:off x="6124477" y="-1400800"/>
            <a:ext cx="2298696" cy="5825846"/>
          </a:xfrm>
          <a:custGeom>
            <a:rect b="b" l="l" r="r" t="t"/>
            <a:pathLst>
              <a:path extrusionOk="0" h="40711" w="16063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3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1" name="Google Shape;271;p25"/>
          <p:cNvSpPr txBox="1"/>
          <p:nvPr>
            <p:ph idx="1" type="subTitle"/>
          </p:nvPr>
        </p:nvSpPr>
        <p:spPr>
          <a:xfrm>
            <a:off x="1029000" y="2710700"/>
            <a:ext cx="2061000" cy="7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72" name="Google Shape;272;p25"/>
          <p:cNvSpPr txBox="1"/>
          <p:nvPr>
            <p:ph idx="2" type="subTitle"/>
          </p:nvPr>
        </p:nvSpPr>
        <p:spPr>
          <a:xfrm>
            <a:off x="720000" y="2252300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273" name="Google Shape;273;p25"/>
          <p:cNvSpPr txBox="1"/>
          <p:nvPr>
            <p:ph idx="3" type="subTitle"/>
          </p:nvPr>
        </p:nvSpPr>
        <p:spPr>
          <a:xfrm>
            <a:off x="6054000" y="2710700"/>
            <a:ext cx="2061000" cy="7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74" name="Google Shape;274;p25"/>
          <p:cNvSpPr txBox="1"/>
          <p:nvPr>
            <p:ph idx="4" type="subTitle"/>
          </p:nvPr>
        </p:nvSpPr>
        <p:spPr>
          <a:xfrm>
            <a:off x="6054000" y="2252300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275" name="Google Shape;275;p25"/>
          <p:cNvSpPr/>
          <p:nvPr/>
        </p:nvSpPr>
        <p:spPr>
          <a:xfrm rot="5400000">
            <a:off x="491572" y="439372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 rot="-5400000">
            <a:off x="8195572" y="-20238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5"/>
          <p:cNvSpPr/>
          <p:nvPr/>
        </p:nvSpPr>
        <p:spPr>
          <a:xfrm rot="10800000">
            <a:off x="111672" y="19344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5"/>
          <p:cNvSpPr/>
          <p:nvPr/>
        </p:nvSpPr>
        <p:spPr>
          <a:xfrm>
            <a:off x="8590622" y="402869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ITLE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6"/>
          <p:cNvSpPr/>
          <p:nvPr/>
        </p:nvSpPr>
        <p:spPr>
          <a:xfrm>
            <a:off x="6637212" y="1523850"/>
            <a:ext cx="2149212" cy="4828780"/>
          </a:xfrm>
          <a:custGeom>
            <a:rect b="b" l="l" r="r" t="t"/>
            <a:pathLst>
              <a:path extrusionOk="0" h="38219" w="17011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6"/>
          <p:cNvSpPr/>
          <p:nvPr/>
        </p:nvSpPr>
        <p:spPr>
          <a:xfrm>
            <a:off x="357587" y="1523850"/>
            <a:ext cx="2149212" cy="4828780"/>
          </a:xfrm>
          <a:custGeom>
            <a:rect b="b" l="l" r="r" t="t"/>
            <a:pathLst>
              <a:path extrusionOk="0" h="38219" w="17011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6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6"/>
          <p:cNvSpPr txBox="1"/>
          <p:nvPr>
            <p:ph type="ctrTitle"/>
          </p:nvPr>
        </p:nvSpPr>
        <p:spPr>
          <a:xfrm>
            <a:off x="2178025" y="723700"/>
            <a:ext cx="4788000" cy="107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4" name="Google Shape;284;p26"/>
          <p:cNvSpPr txBox="1"/>
          <p:nvPr>
            <p:ph idx="1" type="subTitle"/>
          </p:nvPr>
        </p:nvSpPr>
        <p:spPr>
          <a:xfrm>
            <a:off x="2274425" y="2333150"/>
            <a:ext cx="4595100" cy="9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5" name="Google Shape;285;p26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6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6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6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6"/>
          <p:cNvSpPr txBox="1"/>
          <p:nvPr>
            <p:ph idx="2" type="subTitle"/>
          </p:nvPr>
        </p:nvSpPr>
        <p:spPr>
          <a:xfrm>
            <a:off x="2274425" y="1704625"/>
            <a:ext cx="45951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b="1" sz="2800">
                <a:latin typeface="Oranienbaum"/>
                <a:ea typeface="Oranienbaum"/>
                <a:cs typeface="Oranienbaum"/>
                <a:sym typeface="Oranienba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ranienbaum"/>
              <a:buNone/>
              <a:defRPr sz="28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290" name="Google Shape;290;p26"/>
          <p:cNvSpPr txBox="1"/>
          <p:nvPr/>
        </p:nvSpPr>
        <p:spPr>
          <a:xfrm>
            <a:off x="2400000" y="3701175"/>
            <a:ext cx="43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CREDITS:</a:t>
            </a:r>
            <a:r>
              <a:rPr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7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7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7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8"/>
          <p:cNvSpPr/>
          <p:nvPr/>
        </p:nvSpPr>
        <p:spPr>
          <a:xfrm rot="5400000">
            <a:off x="491572" y="439372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8"/>
          <p:cNvSpPr/>
          <p:nvPr/>
        </p:nvSpPr>
        <p:spPr>
          <a:xfrm rot="-5400000">
            <a:off x="8195572" y="-202380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8"/>
          <p:cNvSpPr/>
          <p:nvPr/>
        </p:nvSpPr>
        <p:spPr>
          <a:xfrm rot="10800000">
            <a:off x="111672" y="19344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8"/>
          <p:cNvSpPr/>
          <p:nvPr/>
        </p:nvSpPr>
        <p:spPr>
          <a:xfrm>
            <a:off x="8590622" y="4028695"/>
            <a:ext cx="456865" cy="959034"/>
          </a:xfrm>
          <a:custGeom>
            <a:rect b="b" l="l" r="r" t="t"/>
            <a:pathLst>
              <a:path extrusionOk="0" h="23286" w="11093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9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305" name="Google Shape;305;p29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9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9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9"/>
            <p:cNvSpPr/>
            <p:nvPr/>
          </p:nvSpPr>
          <p:spPr>
            <a:xfrm flipH="1" rot="-5400000">
              <a:off x="8376924" y="454693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9"/>
            <p:cNvSpPr/>
            <p:nvPr/>
          </p:nvSpPr>
          <p:spPr>
            <a:xfrm>
              <a:off x="116074" y="4317271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0" Type="http://schemas.openxmlformats.org/officeDocument/2006/relationships/theme" Target="../theme/theme2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b="1" sz="320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b="1" sz="320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b="1" sz="320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b="1" sz="320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b="1" sz="320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b="1" sz="320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b="1" sz="320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b="1" sz="320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b="1" sz="320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●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○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302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■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302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●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302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○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302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■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302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●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302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○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302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■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0"/>
          <p:cNvSpPr txBox="1"/>
          <p:nvPr>
            <p:ph type="ctrTitle"/>
          </p:nvPr>
        </p:nvSpPr>
        <p:spPr>
          <a:xfrm>
            <a:off x="2178025" y="1180900"/>
            <a:ext cx="4788000" cy="22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Find your best chess opening</a:t>
            </a:r>
            <a:endParaRPr sz="4700"/>
          </a:p>
        </p:txBody>
      </p:sp>
      <p:sp>
        <p:nvSpPr>
          <p:cNvPr id="315" name="Google Shape;315;p30"/>
          <p:cNvSpPr txBox="1"/>
          <p:nvPr>
            <p:ph idx="1" type="subTitle"/>
          </p:nvPr>
        </p:nvSpPr>
        <p:spPr>
          <a:xfrm>
            <a:off x="2274425" y="3461900"/>
            <a:ext cx="45951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Tom Handley</a:t>
            </a:r>
            <a:endParaRPr/>
          </a:p>
        </p:txBody>
      </p:sp>
      <p:sp>
        <p:nvSpPr>
          <p:cNvPr id="316" name="Google Shape;316;p30"/>
          <p:cNvSpPr/>
          <p:nvPr/>
        </p:nvSpPr>
        <p:spPr>
          <a:xfrm>
            <a:off x="3812225" y="791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0"/>
          <p:cNvSpPr/>
          <p:nvPr/>
        </p:nvSpPr>
        <p:spPr>
          <a:xfrm>
            <a:off x="4482425" y="791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0"/>
          <p:cNvSpPr/>
          <p:nvPr/>
        </p:nvSpPr>
        <p:spPr>
          <a:xfrm>
            <a:off x="5152625" y="7918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0"/>
          <p:cNvSpPr/>
          <p:nvPr/>
        </p:nvSpPr>
        <p:spPr>
          <a:xfrm>
            <a:off x="3812225" y="4172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0"/>
          <p:cNvSpPr/>
          <p:nvPr/>
        </p:nvSpPr>
        <p:spPr>
          <a:xfrm>
            <a:off x="4482425" y="4172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0"/>
          <p:cNvSpPr/>
          <p:nvPr/>
        </p:nvSpPr>
        <p:spPr>
          <a:xfrm>
            <a:off x="5152625" y="4172600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1"/>
          <p:cNvSpPr txBox="1"/>
          <p:nvPr>
            <p:ph type="title"/>
          </p:nvPr>
        </p:nvSpPr>
        <p:spPr>
          <a:xfrm>
            <a:off x="4820350" y="2659450"/>
            <a:ext cx="3185400" cy="125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Idea + Problem</a:t>
            </a:r>
            <a:endParaRPr/>
          </a:p>
        </p:txBody>
      </p:sp>
      <p:sp>
        <p:nvSpPr>
          <p:cNvPr id="327" name="Google Shape;327;p31"/>
          <p:cNvSpPr txBox="1"/>
          <p:nvPr>
            <p:ph idx="2" type="title"/>
          </p:nvPr>
        </p:nvSpPr>
        <p:spPr>
          <a:xfrm>
            <a:off x="4820350" y="887025"/>
            <a:ext cx="31854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328" name="Google Shape;328;p31"/>
          <p:cNvGrpSpPr/>
          <p:nvPr/>
        </p:nvGrpSpPr>
        <p:grpSpPr>
          <a:xfrm>
            <a:off x="5196100" y="1779225"/>
            <a:ext cx="2433900" cy="179100"/>
            <a:chOff x="5196100" y="2297550"/>
            <a:chExt cx="2433900" cy="179100"/>
          </a:xfrm>
        </p:grpSpPr>
        <p:sp>
          <p:nvSpPr>
            <p:cNvPr id="329" name="Google Shape;329;p31"/>
            <p:cNvSpPr/>
            <p:nvPr/>
          </p:nvSpPr>
          <p:spPr>
            <a:xfrm>
              <a:off x="51961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1"/>
            <p:cNvSpPr/>
            <p:nvPr/>
          </p:nvSpPr>
          <p:spPr>
            <a:xfrm>
              <a:off x="74509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Problem with openings</a:t>
            </a:r>
            <a:endParaRPr sz="3500"/>
          </a:p>
        </p:txBody>
      </p:sp>
      <p:sp>
        <p:nvSpPr>
          <p:cNvPr id="336" name="Google Shape;336;p32"/>
          <p:cNvSpPr txBox="1"/>
          <p:nvPr>
            <p:ph idx="1" type="body"/>
          </p:nvPr>
        </p:nvSpPr>
        <p:spPr>
          <a:xfrm>
            <a:off x="517000" y="1417738"/>
            <a:ext cx="5156100" cy="29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t/>
            </a:r>
            <a:endParaRPr sz="21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Too many openings make choosing overwhelming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No personalised guidance for players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Opening success changes with rating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Most players choose randomly or copy others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</a:t>
            </a:r>
            <a:r>
              <a:rPr lang="en" sz="2000"/>
              <a:t>Rating: Higher rating = stronger player.</a:t>
            </a:r>
            <a:endParaRPr sz="1800"/>
          </a:p>
        </p:txBody>
      </p:sp>
      <p:grpSp>
        <p:nvGrpSpPr>
          <p:cNvPr id="337" name="Google Shape;337;p32"/>
          <p:cNvGrpSpPr/>
          <p:nvPr/>
        </p:nvGrpSpPr>
        <p:grpSpPr>
          <a:xfrm>
            <a:off x="5673099" y="1739783"/>
            <a:ext cx="2750902" cy="2277618"/>
            <a:chOff x="5673099" y="1739783"/>
            <a:chExt cx="2750902" cy="2277618"/>
          </a:xfrm>
        </p:grpSpPr>
        <p:sp>
          <p:nvSpPr>
            <p:cNvPr id="338" name="Google Shape;338;p32"/>
            <p:cNvSpPr/>
            <p:nvPr/>
          </p:nvSpPr>
          <p:spPr>
            <a:xfrm>
              <a:off x="5673099" y="17397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2"/>
            <p:cNvSpPr/>
            <p:nvPr/>
          </p:nvSpPr>
          <p:spPr>
            <a:xfrm>
              <a:off x="6251499" y="17397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2"/>
            <p:cNvSpPr/>
            <p:nvPr/>
          </p:nvSpPr>
          <p:spPr>
            <a:xfrm>
              <a:off x="6829899" y="17397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2"/>
            <p:cNvSpPr/>
            <p:nvPr/>
          </p:nvSpPr>
          <p:spPr>
            <a:xfrm>
              <a:off x="7408299" y="17397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2"/>
            <p:cNvSpPr/>
            <p:nvPr/>
          </p:nvSpPr>
          <p:spPr>
            <a:xfrm>
              <a:off x="7986699" y="17397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2"/>
            <p:cNvSpPr/>
            <p:nvPr/>
          </p:nvSpPr>
          <p:spPr>
            <a:xfrm>
              <a:off x="5673099" y="25522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2"/>
            <p:cNvSpPr/>
            <p:nvPr/>
          </p:nvSpPr>
          <p:spPr>
            <a:xfrm>
              <a:off x="6251499" y="25522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2"/>
            <p:cNvSpPr/>
            <p:nvPr/>
          </p:nvSpPr>
          <p:spPr>
            <a:xfrm>
              <a:off x="6829899" y="25522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2"/>
            <p:cNvSpPr/>
            <p:nvPr/>
          </p:nvSpPr>
          <p:spPr>
            <a:xfrm>
              <a:off x="7408299" y="25522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2"/>
            <p:cNvSpPr/>
            <p:nvPr/>
          </p:nvSpPr>
          <p:spPr>
            <a:xfrm>
              <a:off x="7986699" y="25522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2"/>
            <p:cNvSpPr/>
            <p:nvPr/>
          </p:nvSpPr>
          <p:spPr>
            <a:xfrm>
              <a:off x="5673099" y="33647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2"/>
            <p:cNvSpPr/>
            <p:nvPr/>
          </p:nvSpPr>
          <p:spPr>
            <a:xfrm>
              <a:off x="6251499" y="33647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2"/>
            <p:cNvSpPr/>
            <p:nvPr/>
          </p:nvSpPr>
          <p:spPr>
            <a:xfrm>
              <a:off x="6829899" y="33647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2"/>
            <p:cNvSpPr/>
            <p:nvPr/>
          </p:nvSpPr>
          <p:spPr>
            <a:xfrm>
              <a:off x="7408299" y="33647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2"/>
            <p:cNvSpPr/>
            <p:nvPr/>
          </p:nvSpPr>
          <p:spPr>
            <a:xfrm>
              <a:off x="7986699" y="3364783"/>
              <a:ext cx="437302" cy="652618"/>
            </a:xfrm>
            <a:custGeom>
              <a:rect b="b" l="l" r="r" t="t"/>
              <a:pathLst>
                <a:path extrusionOk="0" h="15846" w="10618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32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354" name="Google Shape;354;p32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2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What is a Chess Opening?</a:t>
            </a:r>
            <a:endParaRPr sz="3500"/>
          </a:p>
        </p:txBody>
      </p:sp>
      <p:grpSp>
        <p:nvGrpSpPr>
          <p:cNvPr id="361" name="Google Shape;361;p33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362" name="Google Shape;362;p33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3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64" name="Google Shape;36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4650" y="1279550"/>
            <a:ext cx="3224874" cy="3229029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3"/>
          <p:cNvSpPr txBox="1"/>
          <p:nvPr>
            <p:ph idx="4294967295" type="subTitle"/>
          </p:nvPr>
        </p:nvSpPr>
        <p:spPr>
          <a:xfrm>
            <a:off x="4851350" y="1279562"/>
            <a:ext cx="3739800" cy="28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first 10–15 moves of the game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Develop pieces and control the centre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Every opening follows a specific plan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Different openings create unique positions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Openings Matter</a:t>
            </a:r>
            <a:endParaRPr/>
          </a:p>
        </p:txBody>
      </p:sp>
      <p:sp>
        <p:nvSpPr>
          <p:cNvPr id="371" name="Google Shape;371;p34"/>
          <p:cNvSpPr txBox="1"/>
          <p:nvPr/>
        </p:nvSpPr>
        <p:spPr>
          <a:xfrm>
            <a:off x="714375" y="3919575"/>
            <a:ext cx="41838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Follow the link in the graph to modify its data and then paste the new one here.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 more info, click here</a:t>
            </a:r>
            <a:endParaRPr b="1"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372" name="Google Shape;372;p34"/>
          <p:cNvSpPr txBox="1"/>
          <p:nvPr>
            <p:ph idx="4294967295" type="subTitle"/>
          </p:nvPr>
        </p:nvSpPr>
        <p:spPr>
          <a:xfrm>
            <a:off x="6054021" y="37476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Poor results and easy to punish.</a:t>
            </a:r>
            <a:endParaRPr sz="1700"/>
          </a:p>
        </p:txBody>
      </p:sp>
      <p:sp>
        <p:nvSpPr>
          <p:cNvPr id="373" name="Google Shape;373;p34"/>
          <p:cNvSpPr txBox="1"/>
          <p:nvPr>
            <p:ph idx="4294967295" type="subTitle"/>
          </p:nvPr>
        </p:nvSpPr>
        <p:spPr>
          <a:xfrm>
            <a:off x="6053975" y="3367425"/>
            <a:ext cx="2370000" cy="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Oranienbaum"/>
                <a:ea typeface="Oranienbaum"/>
                <a:cs typeface="Oranienbaum"/>
                <a:sym typeface="Oranienbaum"/>
              </a:rPr>
              <a:t>Just Weak</a:t>
            </a:r>
            <a:endParaRPr b="1" sz="280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374" name="Google Shape;374;p34"/>
          <p:cNvSpPr txBox="1"/>
          <p:nvPr>
            <p:ph idx="4294967295" type="subTitle"/>
          </p:nvPr>
        </p:nvSpPr>
        <p:spPr>
          <a:xfrm>
            <a:off x="6054021" y="1616075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Huge gap between best and worst.</a:t>
            </a:r>
            <a:endParaRPr sz="1700"/>
          </a:p>
        </p:txBody>
      </p:sp>
      <p:sp>
        <p:nvSpPr>
          <p:cNvPr id="375" name="Google Shape;375;p34"/>
          <p:cNvSpPr txBox="1"/>
          <p:nvPr>
            <p:ph idx="4294967295" type="subTitle"/>
          </p:nvPr>
        </p:nvSpPr>
        <p:spPr>
          <a:xfrm>
            <a:off x="6053975" y="1235850"/>
            <a:ext cx="2370000" cy="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Oranienbaum"/>
                <a:ea typeface="Oranienbaum"/>
                <a:cs typeface="Oranienbaum"/>
                <a:sym typeface="Oranienbaum"/>
              </a:rPr>
              <a:t>Win Rates</a:t>
            </a:r>
            <a:endParaRPr b="1" sz="280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376" name="Google Shape;376;p34"/>
          <p:cNvSpPr txBox="1"/>
          <p:nvPr>
            <p:ph idx="4294967295" type="subTitle"/>
          </p:nvPr>
        </p:nvSpPr>
        <p:spPr>
          <a:xfrm>
            <a:off x="6054021" y="269470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Some openings require high skill.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4"/>
          <p:cNvSpPr txBox="1"/>
          <p:nvPr>
            <p:ph idx="4294967295" type="subTitle"/>
          </p:nvPr>
        </p:nvSpPr>
        <p:spPr>
          <a:xfrm>
            <a:off x="6053975" y="2314475"/>
            <a:ext cx="2651100" cy="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Oranienbaum"/>
                <a:ea typeface="Oranienbaum"/>
                <a:cs typeface="Oranienbaum"/>
                <a:sym typeface="Oranienbaum"/>
              </a:rPr>
              <a:t>Hard to Master</a:t>
            </a:r>
            <a:endParaRPr b="1" sz="280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378" name="Google Shape;378;p34"/>
          <p:cNvSpPr txBox="1"/>
          <p:nvPr>
            <p:ph idx="4294967295" type="subTitle"/>
          </p:nvPr>
        </p:nvSpPr>
        <p:spPr>
          <a:xfrm>
            <a:off x="1392475" y="3473650"/>
            <a:ext cx="836100" cy="4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ranienbaum"/>
                <a:ea typeface="Oranienbaum"/>
                <a:cs typeface="Oranienbaum"/>
                <a:sym typeface="Oranienbaum"/>
              </a:rPr>
              <a:t>MARS</a:t>
            </a:r>
            <a:endParaRPr b="1" sz="180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379" name="Google Shape;379;p34"/>
          <p:cNvSpPr txBox="1"/>
          <p:nvPr>
            <p:ph idx="4294967295" type="subTitle"/>
          </p:nvPr>
        </p:nvSpPr>
        <p:spPr>
          <a:xfrm>
            <a:off x="2338775" y="3473650"/>
            <a:ext cx="1146900" cy="4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ranienbaum"/>
                <a:ea typeface="Oranienbaum"/>
                <a:cs typeface="Oranienbaum"/>
                <a:sym typeface="Oranienbaum"/>
              </a:rPr>
              <a:t>JUPITER</a:t>
            </a:r>
            <a:endParaRPr b="1" sz="180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380" name="Google Shape;380;p34"/>
          <p:cNvSpPr txBox="1"/>
          <p:nvPr>
            <p:ph idx="4294967295" type="subTitle"/>
          </p:nvPr>
        </p:nvSpPr>
        <p:spPr>
          <a:xfrm>
            <a:off x="3485675" y="3473650"/>
            <a:ext cx="1056600" cy="4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ranienbaum"/>
                <a:ea typeface="Oranienbaum"/>
                <a:cs typeface="Oranienbaum"/>
                <a:sym typeface="Oranienbaum"/>
              </a:rPr>
              <a:t>NEPTUNE</a:t>
            </a:r>
            <a:endParaRPr b="1" sz="180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381" name="Google Shape;381;p34"/>
          <p:cNvSpPr/>
          <p:nvPr/>
        </p:nvSpPr>
        <p:spPr>
          <a:xfrm>
            <a:off x="5253925" y="1401550"/>
            <a:ext cx="742200" cy="74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4"/>
          <p:cNvSpPr/>
          <p:nvPr/>
        </p:nvSpPr>
        <p:spPr>
          <a:xfrm>
            <a:off x="5253925" y="2461950"/>
            <a:ext cx="742200" cy="74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/>
          <p:nvPr/>
        </p:nvSpPr>
        <p:spPr>
          <a:xfrm>
            <a:off x="5253925" y="3522350"/>
            <a:ext cx="742200" cy="74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4"/>
          <p:cNvSpPr/>
          <p:nvPr/>
        </p:nvSpPr>
        <p:spPr>
          <a:xfrm>
            <a:off x="5564230" y="1586600"/>
            <a:ext cx="121592" cy="372093"/>
          </a:xfrm>
          <a:custGeom>
            <a:rect b="b" l="l" r="r" t="t"/>
            <a:pathLst>
              <a:path extrusionOk="0" h="11647" w="3806">
                <a:moveTo>
                  <a:pt x="1896" y="0"/>
                </a:moveTo>
                <a:cubicBezTo>
                  <a:pt x="1815" y="0"/>
                  <a:pt x="1720" y="41"/>
                  <a:pt x="1666" y="108"/>
                </a:cubicBezTo>
                <a:lnTo>
                  <a:pt x="298" y="1652"/>
                </a:lnTo>
                <a:cubicBezTo>
                  <a:pt x="203" y="1775"/>
                  <a:pt x="136" y="1977"/>
                  <a:pt x="163" y="2127"/>
                </a:cubicBezTo>
                <a:lnTo>
                  <a:pt x="840" y="7733"/>
                </a:lnTo>
                <a:lnTo>
                  <a:pt x="380" y="7733"/>
                </a:lnTo>
                <a:cubicBezTo>
                  <a:pt x="176" y="7733"/>
                  <a:pt x="0" y="7909"/>
                  <a:pt x="0" y="8126"/>
                </a:cubicBezTo>
                <a:lnTo>
                  <a:pt x="0" y="8613"/>
                </a:lnTo>
                <a:cubicBezTo>
                  <a:pt x="0" y="8830"/>
                  <a:pt x="176" y="9006"/>
                  <a:pt x="380" y="9006"/>
                </a:cubicBezTo>
                <a:lnTo>
                  <a:pt x="1341" y="9006"/>
                </a:lnTo>
                <a:lnTo>
                  <a:pt x="1341" y="9859"/>
                </a:lnTo>
                <a:cubicBezTo>
                  <a:pt x="1084" y="10036"/>
                  <a:pt x="907" y="10334"/>
                  <a:pt x="907" y="10672"/>
                </a:cubicBezTo>
                <a:cubicBezTo>
                  <a:pt x="907" y="11213"/>
                  <a:pt x="1355" y="11647"/>
                  <a:pt x="1896" y="11647"/>
                </a:cubicBezTo>
                <a:cubicBezTo>
                  <a:pt x="2438" y="11647"/>
                  <a:pt x="2884" y="11213"/>
                  <a:pt x="2884" y="10672"/>
                </a:cubicBezTo>
                <a:cubicBezTo>
                  <a:pt x="2884" y="10334"/>
                  <a:pt x="2709" y="10036"/>
                  <a:pt x="2451" y="9859"/>
                </a:cubicBezTo>
                <a:lnTo>
                  <a:pt x="2451" y="9006"/>
                </a:lnTo>
                <a:lnTo>
                  <a:pt x="3413" y="9006"/>
                </a:lnTo>
                <a:cubicBezTo>
                  <a:pt x="3630" y="9006"/>
                  <a:pt x="3805" y="8830"/>
                  <a:pt x="3805" y="8613"/>
                </a:cubicBezTo>
                <a:lnTo>
                  <a:pt x="3805" y="8126"/>
                </a:lnTo>
                <a:cubicBezTo>
                  <a:pt x="3805" y="7909"/>
                  <a:pt x="3630" y="7733"/>
                  <a:pt x="3413" y="7733"/>
                </a:cubicBezTo>
                <a:lnTo>
                  <a:pt x="2966" y="7733"/>
                </a:lnTo>
                <a:lnTo>
                  <a:pt x="3630" y="2127"/>
                </a:lnTo>
                <a:cubicBezTo>
                  <a:pt x="3657" y="1977"/>
                  <a:pt x="3589" y="1775"/>
                  <a:pt x="3494" y="1666"/>
                </a:cubicBezTo>
                <a:lnTo>
                  <a:pt x="2126" y="108"/>
                </a:lnTo>
                <a:cubicBezTo>
                  <a:pt x="2072" y="41"/>
                  <a:pt x="1991" y="0"/>
                  <a:pt x="189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4"/>
          <p:cNvSpPr/>
          <p:nvPr/>
        </p:nvSpPr>
        <p:spPr>
          <a:xfrm>
            <a:off x="5476168" y="2684188"/>
            <a:ext cx="297719" cy="297719"/>
          </a:xfrm>
          <a:custGeom>
            <a:rect b="b" l="l" r="r" t="t"/>
            <a:pathLst>
              <a:path extrusionOk="0" h="9319" w="9319">
                <a:moveTo>
                  <a:pt x="4659" y="976"/>
                </a:moveTo>
                <a:cubicBezTo>
                  <a:pt x="6284" y="976"/>
                  <a:pt x="7598" y="2276"/>
                  <a:pt x="7598" y="3901"/>
                </a:cubicBezTo>
                <a:cubicBezTo>
                  <a:pt x="7598" y="4660"/>
                  <a:pt x="7300" y="5350"/>
                  <a:pt x="6826" y="5878"/>
                </a:cubicBezTo>
                <a:cubicBezTo>
                  <a:pt x="6785" y="5919"/>
                  <a:pt x="6704" y="6000"/>
                  <a:pt x="6555" y="6000"/>
                </a:cubicBezTo>
                <a:lnTo>
                  <a:pt x="2776" y="6000"/>
                </a:lnTo>
                <a:cubicBezTo>
                  <a:pt x="2614" y="6000"/>
                  <a:pt x="2505" y="5891"/>
                  <a:pt x="2451" y="5837"/>
                </a:cubicBezTo>
                <a:cubicBezTo>
                  <a:pt x="2005" y="5323"/>
                  <a:pt x="1734" y="4646"/>
                  <a:pt x="1734" y="3901"/>
                </a:cubicBezTo>
                <a:cubicBezTo>
                  <a:pt x="1734" y="2276"/>
                  <a:pt x="3034" y="976"/>
                  <a:pt x="4659" y="976"/>
                </a:cubicBezTo>
                <a:close/>
                <a:moveTo>
                  <a:pt x="1165" y="5689"/>
                </a:moveTo>
                <a:cubicBezTo>
                  <a:pt x="1463" y="5689"/>
                  <a:pt x="1693" y="5919"/>
                  <a:pt x="1693" y="6216"/>
                </a:cubicBezTo>
                <a:cubicBezTo>
                  <a:pt x="1693" y="6501"/>
                  <a:pt x="1463" y="6745"/>
                  <a:pt x="1165" y="6745"/>
                </a:cubicBezTo>
                <a:cubicBezTo>
                  <a:pt x="867" y="6745"/>
                  <a:pt x="637" y="6501"/>
                  <a:pt x="637" y="6216"/>
                </a:cubicBezTo>
                <a:cubicBezTo>
                  <a:pt x="637" y="5919"/>
                  <a:pt x="867" y="5689"/>
                  <a:pt x="1165" y="5689"/>
                </a:cubicBezTo>
                <a:close/>
                <a:moveTo>
                  <a:pt x="1449" y="7260"/>
                </a:moveTo>
                <a:cubicBezTo>
                  <a:pt x="1910" y="7260"/>
                  <a:pt x="2276" y="7625"/>
                  <a:pt x="2276" y="8085"/>
                </a:cubicBezTo>
                <a:cubicBezTo>
                  <a:pt x="2276" y="8533"/>
                  <a:pt x="1910" y="8898"/>
                  <a:pt x="1449" y="8898"/>
                </a:cubicBezTo>
                <a:cubicBezTo>
                  <a:pt x="1003" y="8898"/>
                  <a:pt x="637" y="8533"/>
                  <a:pt x="637" y="8085"/>
                </a:cubicBezTo>
                <a:cubicBezTo>
                  <a:pt x="637" y="7625"/>
                  <a:pt x="1003" y="7260"/>
                  <a:pt x="1449" y="7260"/>
                </a:cubicBezTo>
                <a:close/>
                <a:moveTo>
                  <a:pt x="7868" y="7260"/>
                </a:moveTo>
                <a:cubicBezTo>
                  <a:pt x="8316" y="7260"/>
                  <a:pt x="8681" y="7625"/>
                  <a:pt x="8681" y="8085"/>
                </a:cubicBezTo>
                <a:cubicBezTo>
                  <a:pt x="8681" y="8533"/>
                  <a:pt x="8316" y="8898"/>
                  <a:pt x="7868" y="8898"/>
                </a:cubicBezTo>
                <a:cubicBezTo>
                  <a:pt x="7408" y="8898"/>
                  <a:pt x="7043" y="8533"/>
                  <a:pt x="7043" y="8085"/>
                </a:cubicBezTo>
                <a:cubicBezTo>
                  <a:pt x="7043" y="7625"/>
                  <a:pt x="7408" y="7260"/>
                  <a:pt x="7868" y="7260"/>
                </a:cubicBezTo>
                <a:close/>
                <a:moveTo>
                  <a:pt x="515" y="1"/>
                </a:moveTo>
                <a:cubicBezTo>
                  <a:pt x="230" y="1"/>
                  <a:pt x="1" y="231"/>
                  <a:pt x="1" y="516"/>
                </a:cubicBezTo>
                <a:lnTo>
                  <a:pt x="1" y="8804"/>
                </a:lnTo>
                <a:cubicBezTo>
                  <a:pt x="1" y="9088"/>
                  <a:pt x="230" y="9318"/>
                  <a:pt x="515" y="9318"/>
                </a:cubicBezTo>
                <a:lnTo>
                  <a:pt x="8803" y="9318"/>
                </a:lnTo>
                <a:cubicBezTo>
                  <a:pt x="9087" y="9318"/>
                  <a:pt x="9318" y="9088"/>
                  <a:pt x="9318" y="8804"/>
                </a:cubicBezTo>
                <a:lnTo>
                  <a:pt x="9318" y="516"/>
                </a:lnTo>
                <a:cubicBezTo>
                  <a:pt x="9318" y="231"/>
                  <a:pt x="9087" y="1"/>
                  <a:pt x="880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4"/>
          <p:cNvSpPr/>
          <p:nvPr/>
        </p:nvSpPr>
        <p:spPr>
          <a:xfrm>
            <a:off x="5456710" y="3725135"/>
            <a:ext cx="336631" cy="336631"/>
          </a:xfrm>
          <a:custGeom>
            <a:rect b="b" l="l" r="r" t="t"/>
            <a:pathLst>
              <a:path extrusionOk="0" h="10537" w="10537">
                <a:moveTo>
                  <a:pt x="5276" y="897"/>
                </a:moveTo>
                <a:cubicBezTo>
                  <a:pt x="5303" y="897"/>
                  <a:pt x="5330" y="914"/>
                  <a:pt x="5351" y="948"/>
                </a:cubicBezTo>
                <a:lnTo>
                  <a:pt x="6299" y="2275"/>
                </a:lnTo>
                <a:cubicBezTo>
                  <a:pt x="6339" y="2329"/>
                  <a:pt x="6312" y="2370"/>
                  <a:pt x="6244" y="2370"/>
                </a:cubicBezTo>
                <a:lnTo>
                  <a:pt x="4294" y="2370"/>
                </a:lnTo>
                <a:cubicBezTo>
                  <a:pt x="4226" y="2370"/>
                  <a:pt x="4199" y="2329"/>
                  <a:pt x="4240" y="2275"/>
                </a:cubicBezTo>
                <a:lnTo>
                  <a:pt x="5201" y="948"/>
                </a:lnTo>
                <a:cubicBezTo>
                  <a:pt x="5222" y="914"/>
                  <a:pt x="5249" y="897"/>
                  <a:pt x="5276" y="897"/>
                </a:cubicBezTo>
                <a:close/>
                <a:moveTo>
                  <a:pt x="2332" y="4217"/>
                </a:moveTo>
                <a:cubicBezTo>
                  <a:pt x="2362" y="4217"/>
                  <a:pt x="2384" y="4241"/>
                  <a:pt x="2384" y="4293"/>
                </a:cubicBezTo>
                <a:lnTo>
                  <a:pt x="2384" y="6243"/>
                </a:lnTo>
                <a:cubicBezTo>
                  <a:pt x="2384" y="6289"/>
                  <a:pt x="2359" y="6316"/>
                  <a:pt x="2326" y="6316"/>
                </a:cubicBezTo>
                <a:cubicBezTo>
                  <a:pt x="2311" y="6316"/>
                  <a:pt x="2293" y="6310"/>
                  <a:pt x="2276" y="6297"/>
                </a:cubicBezTo>
                <a:lnTo>
                  <a:pt x="949" y="5336"/>
                </a:lnTo>
                <a:cubicBezTo>
                  <a:pt x="894" y="5295"/>
                  <a:pt x="894" y="5228"/>
                  <a:pt x="949" y="5186"/>
                </a:cubicBezTo>
                <a:lnTo>
                  <a:pt x="2276" y="4238"/>
                </a:lnTo>
                <a:cubicBezTo>
                  <a:pt x="2295" y="4224"/>
                  <a:pt x="2315" y="4217"/>
                  <a:pt x="2332" y="4217"/>
                </a:cubicBezTo>
                <a:close/>
                <a:moveTo>
                  <a:pt x="8206" y="4217"/>
                </a:moveTo>
                <a:cubicBezTo>
                  <a:pt x="8223" y="4217"/>
                  <a:pt x="8242" y="4224"/>
                  <a:pt x="8262" y="4238"/>
                </a:cubicBezTo>
                <a:lnTo>
                  <a:pt x="9589" y="5186"/>
                </a:lnTo>
                <a:cubicBezTo>
                  <a:pt x="9643" y="5228"/>
                  <a:pt x="9643" y="5295"/>
                  <a:pt x="9589" y="5336"/>
                </a:cubicBezTo>
                <a:lnTo>
                  <a:pt x="8262" y="6297"/>
                </a:lnTo>
                <a:cubicBezTo>
                  <a:pt x="8244" y="6310"/>
                  <a:pt x="8227" y="6316"/>
                  <a:pt x="8211" y="6316"/>
                </a:cubicBezTo>
                <a:cubicBezTo>
                  <a:pt x="8178" y="6316"/>
                  <a:pt x="8153" y="6289"/>
                  <a:pt x="8153" y="6243"/>
                </a:cubicBezTo>
                <a:lnTo>
                  <a:pt x="8153" y="4293"/>
                </a:lnTo>
                <a:cubicBezTo>
                  <a:pt x="8153" y="4241"/>
                  <a:pt x="8176" y="4217"/>
                  <a:pt x="8206" y="4217"/>
                </a:cubicBezTo>
                <a:close/>
                <a:moveTo>
                  <a:pt x="5269" y="4063"/>
                </a:moveTo>
                <a:cubicBezTo>
                  <a:pt x="5932" y="4063"/>
                  <a:pt x="6474" y="4605"/>
                  <a:pt x="6474" y="5268"/>
                </a:cubicBezTo>
                <a:cubicBezTo>
                  <a:pt x="6474" y="5932"/>
                  <a:pt x="5932" y="6474"/>
                  <a:pt x="5269" y="6474"/>
                </a:cubicBezTo>
                <a:cubicBezTo>
                  <a:pt x="4605" y="6474"/>
                  <a:pt x="4063" y="5932"/>
                  <a:pt x="4063" y="5268"/>
                </a:cubicBezTo>
                <a:cubicBezTo>
                  <a:pt x="4063" y="4605"/>
                  <a:pt x="4605" y="4063"/>
                  <a:pt x="5269" y="4063"/>
                </a:cubicBezTo>
                <a:close/>
                <a:moveTo>
                  <a:pt x="6244" y="8153"/>
                </a:moveTo>
                <a:cubicBezTo>
                  <a:pt x="6312" y="8153"/>
                  <a:pt x="6339" y="8193"/>
                  <a:pt x="6299" y="8261"/>
                </a:cubicBezTo>
                <a:lnTo>
                  <a:pt x="5351" y="9588"/>
                </a:lnTo>
                <a:cubicBezTo>
                  <a:pt x="5330" y="9615"/>
                  <a:pt x="5303" y="9629"/>
                  <a:pt x="5276" y="9629"/>
                </a:cubicBezTo>
                <a:cubicBezTo>
                  <a:pt x="5249" y="9629"/>
                  <a:pt x="5222" y="9615"/>
                  <a:pt x="5201" y="9588"/>
                </a:cubicBezTo>
                <a:lnTo>
                  <a:pt x="4240" y="8261"/>
                </a:lnTo>
                <a:cubicBezTo>
                  <a:pt x="4199" y="8193"/>
                  <a:pt x="4226" y="8153"/>
                  <a:pt x="4294" y="8153"/>
                </a:cubicBezTo>
                <a:close/>
                <a:moveTo>
                  <a:pt x="4267" y="0"/>
                </a:moveTo>
                <a:cubicBezTo>
                  <a:pt x="3861" y="0"/>
                  <a:pt x="3522" y="325"/>
                  <a:pt x="3522" y="744"/>
                </a:cubicBezTo>
                <a:lnTo>
                  <a:pt x="3522" y="3034"/>
                </a:lnTo>
                <a:cubicBezTo>
                  <a:pt x="3522" y="3305"/>
                  <a:pt x="3305" y="3521"/>
                  <a:pt x="3034" y="3521"/>
                </a:cubicBezTo>
                <a:lnTo>
                  <a:pt x="746" y="3521"/>
                </a:lnTo>
                <a:cubicBezTo>
                  <a:pt x="340" y="3521"/>
                  <a:pt x="1" y="3846"/>
                  <a:pt x="1" y="4266"/>
                </a:cubicBezTo>
                <a:lnTo>
                  <a:pt x="1" y="6270"/>
                </a:lnTo>
                <a:cubicBezTo>
                  <a:pt x="1" y="6676"/>
                  <a:pt x="340" y="7015"/>
                  <a:pt x="746" y="7015"/>
                </a:cubicBezTo>
                <a:lnTo>
                  <a:pt x="3034" y="7015"/>
                </a:lnTo>
                <a:cubicBezTo>
                  <a:pt x="3305" y="7015"/>
                  <a:pt x="3522" y="7232"/>
                  <a:pt x="3522" y="7503"/>
                </a:cubicBezTo>
                <a:lnTo>
                  <a:pt x="3522" y="9791"/>
                </a:lnTo>
                <a:cubicBezTo>
                  <a:pt x="3522" y="10197"/>
                  <a:pt x="3861" y="10536"/>
                  <a:pt x="4267" y="10536"/>
                </a:cubicBezTo>
                <a:lnTo>
                  <a:pt x="6271" y="10536"/>
                </a:lnTo>
                <a:cubicBezTo>
                  <a:pt x="6678" y="10536"/>
                  <a:pt x="7016" y="10197"/>
                  <a:pt x="7016" y="9791"/>
                </a:cubicBezTo>
                <a:lnTo>
                  <a:pt x="7016" y="7503"/>
                </a:lnTo>
                <a:cubicBezTo>
                  <a:pt x="7016" y="7232"/>
                  <a:pt x="7232" y="7015"/>
                  <a:pt x="7503" y="7015"/>
                </a:cubicBezTo>
                <a:lnTo>
                  <a:pt x="9793" y="7015"/>
                </a:lnTo>
                <a:cubicBezTo>
                  <a:pt x="10199" y="7015"/>
                  <a:pt x="10537" y="6676"/>
                  <a:pt x="10537" y="6270"/>
                </a:cubicBezTo>
                <a:lnTo>
                  <a:pt x="10537" y="4266"/>
                </a:lnTo>
                <a:cubicBezTo>
                  <a:pt x="10537" y="3846"/>
                  <a:pt x="10199" y="3521"/>
                  <a:pt x="9793" y="3521"/>
                </a:cubicBezTo>
                <a:lnTo>
                  <a:pt x="7503" y="3521"/>
                </a:lnTo>
                <a:cubicBezTo>
                  <a:pt x="7232" y="3521"/>
                  <a:pt x="7016" y="3305"/>
                  <a:pt x="7016" y="3034"/>
                </a:cubicBezTo>
                <a:lnTo>
                  <a:pt x="7016" y="744"/>
                </a:lnTo>
                <a:cubicBezTo>
                  <a:pt x="7016" y="325"/>
                  <a:pt x="6678" y="0"/>
                  <a:pt x="627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7" name="Google Shape;387;p34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388" name="Google Shape;388;p34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90" name="Google Shape;39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650" y="1439275"/>
            <a:ext cx="3895250" cy="28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2925" y="2059650"/>
            <a:ext cx="742200" cy="301493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4"/>
          <p:cNvSpPr txBox="1"/>
          <p:nvPr>
            <p:ph idx="4294967295" type="subTitle"/>
          </p:nvPr>
        </p:nvSpPr>
        <p:spPr>
          <a:xfrm>
            <a:off x="2021750" y="4330125"/>
            <a:ext cx="2106600" cy="3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Filtered to openings with 1,000+ games for accuracy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Pork Chop Opening</a:t>
            </a:r>
            <a:endParaRPr/>
          </a:p>
        </p:txBody>
      </p:sp>
      <p:pic>
        <p:nvPicPr>
          <p:cNvPr id="398" name="Google Shape;39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4563" y="1233850"/>
            <a:ext cx="3174875" cy="3154301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5"/>
          <p:cNvSpPr/>
          <p:nvPr/>
        </p:nvSpPr>
        <p:spPr>
          <a:xfrm>
            <a:off x="848400" y="1466375"/>
            <a:ext cx="1419000" cy="254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0" name="Google Shape;400;p35"/>
          <p:cNvGrpSpPr/>
          <p:nvPr/>
        </p:nvGrpSpPr>
        <p:grpSpPr>
          <a:xfrm>
            <a:off x="1358260" y="2514471"/>
            <a:ext cx="399302" cy="449325"/>
            <a:chOff x="-17878825" y="3334400"/>
            <a:chExt cx="270200" cy="304050"/>
          </a:xfrm>
        </p:grpSpPr>
        <p:sp>
          <p:nvSpPr>
            <p:cNvPr id="401" name="Google Shape;401;p35"/>
            <p:cNvSpPr/>
            <p:nvPr/>
          </p:nvSpPr>
          <p:spPr>
            <a:xfrm>
              <a:off x="-17683475" y="3334400"/>
              <a:ext cx="74850" cy="74050"/>
            </a:xfrm>
            <a:custGeom>
              <a:rect b="b" l="l" r="r" t="t"/>
              <a:pathLst>
                <a:path extrusionOk="0" h="2962" w="2994">
                  <a:moveTo>
                    <a:pt x="1985" y="0"/>
                  </a:moveTo>
                  <a:cubicBezTo>
                    <a:pt x="1197" y="0"/>
                    <a:pt x="473" y="378"/>
                    <a:pt x="0" y="945"/>
                  </a:cubicBezTo>
                  <a:cubicBezTo>
                    <a:pt x="630" y="1481"/>
                    <a:pt x="1229" y="2174"/>
                    <a:pt x="1670" y="2962"/>
                  </a:cubicBezTo>
                  <a:lnTo>
                    <a:pt x="2867" y="473"/>
                  </a:lnTo>
                  <a:cubicBezTo>
                    <a:pt x="2993" y="252"/>
                    <a:pt x="2836" y="0"/>
                    <a:pt x="25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5"/>
            <p:cNvSpPr/>
            <p:nvPr/>
          </p:nvSpPr>
          <p:spPr>
            <a:xfrm>
              <a:off x="-17752000" y="3513975"/>
              <a:ext cx="16550" cy="16550"/>
            </a:xfrm>
            <a:custGeom>
              <a:rect b="b" l="l" r="r" t="t"/>
              <a:pathLst>
                <a:path extrusionOk="0" h="662" w="662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441"/>
                    <a:pt x="158" y="536"/>
                    <a:pt x="347" y="662"/>
                  </a:cubicBezTo>
                  <a:cubicBezTo>
                    <a:pt x="504" y="599"/>
                    <a:pt x="630" y="473"/>
                    <a:pt x="662" y="378"/>
                  </a:cubicBezTo>
                  <a:lnTo>
                    <a:pt x="662" y="284"/>
                  </a:lnTo>
                  <a:cubicBezTo>
                    <a:pt x="630" y="126"/>
                    <a:pt x="504" y="0"/>
                    <a:pt x="3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5"/>
            <p:cNvSpPr/>
            <p:nvPr/>
          </p:nvSpPr>
          <p:spPr>
            <a:xfrm>
              <a:off x="-17860700" y="3405275"/>
              <a:ext cx="107150" cy="206225"/>
            </a:xfrm>
            <a:custGeom>
              <a:rect b="b" l="l" r="r" t="t"/>
              <a:pathLst>
                <a:path extrusionOk="0" h="8249" w="4286">
                  <a:moveTo>
                    <a:pt x="2521" y="2931"/>
                  </a:moveTo>
                  <a:cubicBezTo>
                    <a:pt x="2710" y="2931"/>
                    <a:pt x="2867" y="3088"/>
                    <a:pt x="2867" y="3277"/>
                  </a:cubicBezTo>
                  <a:cubicBezTo>
                    <a:pt x="2867" y="3466"/>
                    <a:pt x="2710" y="3624"/>
                    <a:pt x="2521" y="3624"/>
                  </a:cubicBezTo>
                  <a:cubicBezTo>
                    <a:pt x="2332" y="3624"/>
                    <a:pt x="2174" y="3466"/>
                    <a:pt x="2174" y="3277"/>
                  </a:cubicBezTo>
                  <a:cubicBezTo>
                    <a:pt x="2174" y="3088"/>
                    <a:pt x="2332" y="2931"/>
                    <a:pt x="2521" y="2931"/>
                  </a:cubicBezTo>
                  <a:close/>
                  <a:moveTo>
                    <a:pt x="1513" y="1"/>
                  </a:moveTo>
                  <a:cubicBezTo>
                    <a:pt x="568" y="1387"/>
                    <a:pt x="1" y="3246"/>
                    <a:pt x="1" y="4695"/>
                  </a:cubicBezTo>
                  <a:cubicBezTo>
                    <a:pt x="1" y="6113"/>
                    <a:pt x="473" y="7184"/>
                    <a:pt x="1450" y="7845"/>
                  </a:cubicBezTo>
                  <a:cubicBezTo>
                    <a:pt x="1859" y="8112"/>
                    <a:pt x="2328" y="8248"/>
                    <a:pt x="2801" y="8248"/>
                  </a:cubicBezTo>
                  <a:cubicBezTo>
                    <a:pt x="3166" y="8248"/>
                    <a:pt x="3533" y="8167"/>
                    <a:pt x="3876" y="8003"/>
                  </a:cubicBezTo>
                  <a:cubicBezTo>
                    <a:pt x="4128" y="7845"/>
                    <a:pt x="4285" y="7562"/>
                    <a:pt x="4285" y="7310"/>
                  </a:cubicBezTo>
                  <a:lnTo>
                    <a:pt x="4285" y="5608"/>
                  </a:lnTo>
                  <a:cubicBezTo>
                    <a:pt x="4065" y="5451"/>
                    <a:pt x="3718" y="5199"/>
                    <a:pt x="3624" y="4852"/>
                  </a:cubicBezTo>
                  <a:cubicBezTo>
                    <a:pt x="3592" y="4821"/>
                    <a:pt x="3592" y="4726"/>
                    <a:pt x="3592" y="4695"/>
                  </a:cubicBezTo>
                  <a:lnTo>
                    <a:pt x="3592" y="2300"/>
                  </a:lnTo>
                  <a:cubicBezTo>
                    <a:pt x="3592" y="1670"/>
                    <a:pt x="3277" y="1103"/>
                    <a:pt x="2773" y="788"/>
                  </a:cubicBezTo>
                  <a:lnTo>
                    <a:pt x="15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5"/>
            <p:cNvSpPr/>
            <p:nvPr/>
          </p:nvSpPr>
          <p:spPr>
            <a:xfrm>
              <a:off x="-17735475" y="3405275"/>
              <a:ext cx="107150" cy="206475"/>
            </a:xfrm>
            <a:custGeom>
              <a:rect b="b" l="l" r="r" t="t"/>
              <a:pathLst>
                <a:path extrusionOk="0" h="8259" w="4286">
                  <a:moveTo>
                    <a:pt x="1797" y="2931"/>
                  </a:moveTo>
                  <a:cubicBezTo>
                    <a:pt x="2017" y="2931"/>
                    <a:pt x="2175" y="3088"/>
                    <a:pt x="2175" y="3277"/>
                  </a:cubicBezTo>
                  <a:cubicBezTo>
                    <a:pt x="2175" y="3466"/>
                    <a:pt x="2017" y="3624"/>
                    <a:pt x="1797" y="3624"/>
                  </a:cubicBezTo>
                  <a:cubicBezTo>
                    <a:pt x="1608" y="3624"/>
                    <a:pt x="1450" y="3466"/>
                    <a:pt x="1450" y="3277"/>
                  </a:cubicBezTo>
                  <a:cubicBezTo>
                    <a:pt x="1450" y="3088"/>
                    <a:pt x="1608" y="2931"/>
                    <a:pt x="1797" y="2931"/>
                  </a:cubicBezTo>
                  <a:close/>
                  <a:moveTo>
                    <a:pt x="2805" y="1"/>
                  </a:moveTo>
                  <a:lnTo>
                    <a:pt x="1545" y="788"/>
                  </a:lnTo>
                  <a:cubicBezTo>
                    <a:pt x="1009" y="1103"/>
                    <a:pt x="694" y="1702"/>
                    <a:pt x="694" y="2300"/>
                  </a:cubicBezTo>
                  <a:lnTo>
                    <a:pt x="694" y="4506"/>
                  </a:lnTo>
                  <a:lnTo>
                    <a:pt x="694" y="4695"/>
                  </a:lnTo>
                  <a:cubicBezTo>
                    <a:pt x="694" y="4789"/>
                    <a:pt x="694" y="4852"/>
                    <a:pt x="662" y="4947"/>
                  </a:cubicBezTo>
                  <a:lnTo>
                    <a:pt x="662" y="4978"/>
                  </a:lnTo>
                  <a:cubicBezTo>
                    <a:pt x="568" y="5293"/>
                    <a:pt x="253" y="5514"/>
                    <a:pt x="1" y="5640"/>
                  </a:cubicBezTo>
                  <a:lnTo>
                    <a:pt x="1" y="7310"/>
                  </a:lnTo>
                  <a:cubicBezTo>
                    <a:pt x="1" y="7562"/>
                    <a:pt x="158" y="7845"/>
                    <a:pt x="442" y="8003"/>
                  </a:cubicBezTo>
                  <a:cubicBezTo>
                    <a:pt x="777" y="8174"/>
                    <a:pt x="1139" y="8258"/>
                    <a:pt x="1503" y="8258"/>
                  </a:cubicBezTo>
                  <a:cubicBezTo>
                    <a:pt x="2884" y="8258"/>
                    <a:pt x="4285" y="7039"/>
                    <a:pt x="4285" y="4695"/>
                  </a:cubicBezTo>
                  <a:cubicBezTo>
                    <a:pt x="4285" y="3246"/>
                    <a:pt x="3750" y="1418"/>
                    <a:pt x="28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5"/>
            <p:cNvSpPr/>
            <p:nvPr/>
          </p:nvSpPr>
          <p:spPr>
            <a:xfrm>
              <a:off x="-17812650" y="3353300"/>
              <a:ext cx="136275" cy="144150"/>
            </a:xfrm>
            <a:custGeom>
              <a:rect b="b" l="l" r="r" t="t"/>
              <a:pathLst>
                <a:path extrusionOk="0" h="5766" w="5451">
                  <a:moveTo>
                    <a:pt x="2741" y="0"/>
                  </a:moveTo>
                  <a:cubicBezTo>
                    <a:pt x="1702" y="0"/>
                    <a:pt x="756" y="599"/>
                    <a:pt x="0" y="1513"/>
                  </a:cubicBezTo>
                  <a:lnTo>
                    <a:pt x="1229" y="2300"/>
                  </a:lnTo>
                  <a:cubicBezTo>
                    <a:pt x="1954" y="2741"/>
                    <a:pt x="2363" y="3529"/>
                    <a:pt x="2363" y="4379"/>
                  </a:cubicBezTo>
                  <a:lnTo>
                    <a:pt x="2363" y="5766"/>
                  </a:lnTo>
                  <a:cubicBezTo>
                    <a:pt x="2489" y="5703"/>
                    <a:pt x="2615" y="5671"/>
                    <a:pt x="2773" y="5671"/>
                  </a:cubicBezTo>
                  <a:cubicBezTo>
                    <a:pt x="2899" y="5671"/>
                    <a:pt x="2993" y="5703"/>
                    <a:pt x="3088" y="5766"/>
                  </a:cubicBezTo>
                  <a:lnTo>
                    <a:pt x="3088" y="4379"/>
                  </a:lnTo>
                  <a:cubicBezTo>
                    <a:pt x="3088" y="3497"/>
                    <a:pt x="3529" y="2710"/>
                    <a:pt x="4222" y="2300"/>
                  </a:cubicBezTo>
                  <a:lnTo>
                    <a:pt x="5451" y="1513"/>
                  </a:lnTo>
                  <a:cubicBezTo>
                    <a:pt x="4695" y="599"/>
                    <a:pt x="3749" y="0"/>
                    <a:pt x="27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5"/>
            <p:cNvSpPr/>
            <p:nvPr/>
          </p:nvSpPr>
          <p:spPr>
            <a:xfrm>
              <a:off x="-17770900" y="3614000"/>
              <a:ext cx="52775" cy="24450"/>
            </a:xfrm>
            <a:custGeom>
              <a:rect b="b" l="l" r="r" t="t"/>
              <a:pathLst>
                <a:path extrusionOk="0" h="978" w="2111">
                  <a:moveTo>
                    <a:pt x="1071" y="0"/>
                  </a:moveTo>
                  <a:cubicBezTo>
                    <a:pt x="756" y="252"/>
                    <a:pt x="378" y="410"/>
                    <a:pt x="0" y="536"/>
                  </a:cubicBezTo>
                  <a:lnTo>
                    <a:pt x="0" y="630"/>
                  </a:lnTo>
                  <a:cubicBezTo>
                    <a:pt x="0" y="851"/>
                    <a:pt x="158" y="977"/>
                    <a:pt x="347" y="977"/>
                  </a:cubicBezTo>
                  <a:lnTo>
                    <a:pt x="1764" y="977"/>
                  </a:lnTo>
                  <a:cubicBezTo>
                    <a:pt x="1953" y="977"/>
                    <a:pt x="2111" y="851"/>
                    <a:pt x="2111" y="630"/>
                  </a:cubicBezTo>
                  <a:lnTo>
                    <a:pt x="2111" y="536"/>
                  </a:lnTo>
                  <a:cubicBezTo>
                    <a:pt x="1733" y="410"/>
                    <a:pt x="1386" y="252"/>
                    <a:pt x="10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5"/>
            <p:cNvSpPr/>
            <p:nvPr/>
          </p:nvSpPr>
          <p:spPr>
            <a:xfrm>
              <a:off x="-17878825" y="3334400"/>
              <a:ext cx="74075" cy="74050"/>
            </a:xfrm>
            <a:custGeom>
              <a:rect b="b" l="l" r="r" t="t"/>
              <a:pathLst>
                <a:path extrusionOk="0" h="2962" w="2963">
                  <a:moveTo>
                    <a:pt x="410" y="0"/>
                  </a:moveTo>
                  <a:cubicBezTo>
                    <a:pt x="127" y="0"/>
                    <a:pt x="1" y="284"/>
                    <a:pt x="95" y="536"/>
                  </a:cubicBezTo>
                  <a:lnTo>
                    <a:pt x="1324" y="2962"/>
                  </a:lnTo>
                  <a:cubicBezTo>
                    <a:pt x="1765" y="2174"/>
                    <a:pt x="2301" y="1512"/>
                    <a:pt x="2962" y="945"/>
                  </a:cubicBezTo>
                  <a:cubicBezTo>
                    <a:pt x="2490" y="378"/>
                    <a:pt x="1797" y="0"/>
                    <a:pt x="10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8" name="Google Shape;408;p35"/>
          <p:cNvSpPr/>
          <p:nvPr/>
        </p:nvSpPr>
        <p:spPr>
          <a:xfrm>
            <a:off x="6876625" y="1538250"/>
            <a:ext cx="1419000" cy="254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9" name="Google Shape;409;p35"/>
          <p:cNvGrpSpPr/>
          <p:nvPr/>
        </p:nvGrpSpPr>
        <p:grpSpPr>
          <a:xfrm>
            <a:off x="7386485" y="2586346"/>
            <a:ext cx="399302" cy="449325"/>
            <a:chOff x="-17878825" y="3334400"/>
            <a:chExt cx="270200" cy="304050"/>
          </a:xfrm>
        </p:grpSpPr>
        <p:sp>
          <p:nvSpPr>
            <p:cNvPr id="410" name="Google Shape;410;p35"/>
            <p:cNvSpPr/>
            <p:nvPr/>
          </p:nvSpPr>
          <p:spPr>
            <a:xfrm>
              <a:off x="-17683475" y="3334400"/>
              <a:ext cx="74850" cy="74050"/>
            </a:xfrm>
            <a:custGeom>
              <a:rect b="b" l="l" r="r" t="t"/>
              <a:pathLst>
                <a:path extrusionOk="0" h="2962" w="2994">
                  <a:moveTo>
                    <a:pt x="1985" y="0"/>
                  </a:moveTo>
                  <a:cubicBezTo>
                    <a:pt x="1197" y="0"/>
                    <a:pt x="473" y="378"/>
                    <a:pt x="0" y="945"/>
                  </a:cubicBezTo>
                  <a:cubicBezTo>
                    <a:pt x="630" y="1481"/>
                    <a:pt x="1229" y="2174"/>
                    <a:pt x="1670" y="2962"/>
                  </a:cubicBezTo>
                  <a:lnTo>
                    <a:pt x="2867" y="473"/>
                  </a:lnTo>
                  <a:cubicBezTo>
                    <a:pt x="2993" y="252"/>
                    <a:pt x="2836" y="0"/>
                    <a:pt x="25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5"/>
            <p:cNvSpPr/>
            <p:nvPr/>
          </p:nvSpPr>
          <p:spPr>
            <a:xfrm>
              <a:off x="-17752000" y="3513975"/>
              <a:ext cx="16550" cy="16550"/>
            </a:xfrm>
            <a:custGeom>
              <a:rect b="b" l="l" r="r" t="t"/>
              <a:pathLst>
                <a:path extrusionOk="0" h="662" w="662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441"/>
                    <a:pt x="158" y="536"/>
                    <a:pt x="347" y="662"/>
                  </a:cubicBezTo>
                  <a:cubicBezTo>
                    <a:pt x="504" y="599"/>
                    <a:pt x="630" y="473"/>
                    <a:pt x="662" y="378"/>
                  </a:cubicBezTo>
                  <a:lnTo>
                    <a:pt x="662" y="284"/>
                  </a:lnTo>
                  <a:cubicBezTo>
                    <a:pt x="630" y="126"/>
                    <a:pt x="504" y="0"/>
                    <a:pt x="3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5"/>
            <p:cNvSpPr/>
            <p:nvPr/>
          </p:nvSpPr>
          <p:spPr>
            <a:xfrm>
              <a:off x="-17860700" y="3405275"/>
              <a:ext cx="107150" cy="206225"/>
            </a:xfrm>
            <a:custGeom>
              <a:rect b="b" l="l" r="r" t="t"/>
              <a:pathLst>
                <a:path extrusionOk="0" h="8249" w="4286">
                  <a:moveTo>
                    <a:pt x="2521" y="2931"/>
                  </a:moveTo>
                  <a:cubicBezTo>
                    <a:pt x="2710" y="2931"/>
                    <a:pt x="2867" y="3088"/>
                    <a:pt x="2867" y="3277"/>
                  </a:cubicBezTo>
                  <a:cubicBezTo>
                    <a:pt x="2867" y="3466"/>
                    <a:pt x="2710" y="3624"/>
                    <a:pt x="2521" y="3624"/>
                  </a:cubicBezTo>
                  <a:cubicBezTo>
                    <a:pt x="2332" y="3624"/>
                    <a:pt x="2174" y="3466"/>
                    <a:pt x="2174" y="3277"/>
                  </a:cubicBezTo>
                  <a:cubicBezTo>
                    <a:pt x="2174" y="3088"/>
                    <a:pt x="2332" y="2931"/>
                    <a:pt x="2521" y="2931"/>
                  </a:cubicBezTo>
                  <a:close/>
                  <a:moveTo>
                    <a:pt x="1513" y="1"/>
                  </a:moveTo>
                  <a:cubicBezTo>
                    <a:pt x="568" y="1387"/>
                    <a:pt x="1" y="3246"/>
                    <a:pt x="1" y="4695"/>
                  </a:cubicBezTo>
                  <a:cubicBezTo>
                    <a:pt x="1" y="6113"/>
                    <a:pt x="473" y="7184"/>
                    <a:pt x="1450" y="7845"/>
                  </a:cubicBezTo>
                  <a:cubicBezTo>
                    <a:pt x="1859" y="8112"/>
                    <a:pt x="2328" y="8248"/>
                    <a:pt x="2801" y="8248"/>
                  </a:cubicBezTo>
                  <a:cubicBezTo>
                    <a:pt x="3166" y="8248"/>
                    <a:pt x="3533" y="8167"/>
                    <a:pt x="3876" y="8003"/>
                  </a:cubicBezTo>
                  <a:cubicBezTo>
                    <a:pt x="4128" y="7845"/>
                    <a:pt x="4285" y="7562"/>
                    <a:pt x="4285" y="7310"/>
                  </a:cubicBezTo>
                  <a:lnTo>
                    <a:pt x="4285" y="5608"/>
                  </a:lnTo>
                  <a:cubicBezTo>
                    <a:pt x="4065" y="5451"/>
                    <a:pt x="3718" y="5199"/>
                    <a:pt x="3624" y="4852"/>
                  </a:cubicBezTo>
                  <a:cubicBezTo>
                    <a:pt x="3592" y="4821"/>
                    <a:pt x="3592" y="4726"/>
                    <a:pt x="3592" y="4695"/>
                  </a:cubicBezTo>
                  <a:lnTo>
                    <a:pt x="3592" y="2300"/>
                  </a:lnTo>
                  <a:cubicBezTo>
                    <a:pt x="3592" y="1670"/>
                    <a:pt x="3277" y="1103"/>
                    <a:pt x="2773" y="788"/>
                  </a:cubicBezTo>
                  <a:lnTo>
                    <a:pt x="15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5"/>
            <p:cNvSpPr/>
            <p:nvPr/>
          </p:nvSpPr>
          <p:spPr>
            <a:xfrm>
              <a:off x="-17735475" y="3405275"/>
              <a:ext cx="107150" cy="206475"/>
            </a:xfrm>
            <a:custGeom>
              <a:rect b="b" l="l" r="r" t="t"/>
              <a:pathLst>
                <a:path extrusionOk="0" h="8259" w="4286">
                  <a:moveTo>
                    <a:pt x="1797" y="2931"/>
                  </a:moveTo>
                  <a:cubicBezTo>
                    <a:pt x="2017" y="2931"/>
                    <a:pt x="2175" y="3088"/>
                    <a:pt x="2175" y="3277"/>
                  </a:cubicBezTo>
                  <a:cubicBezTo>
                    <a:pt x="2175" y="3466"/>
                    <a:pt x="2017" y="3624"/>
                    <a:pt x="1797" y="3624"/>
                  </a:cubicBezTo>
                  <a:cubicBezTo>
                    <a:pt x="1608" y="3624"/>
                    <a:pt x="1450" y="3466"/>
                    <a:pt x="1450" y="3277"/>
                  </a:cubicBezTo>
                  <a:cubicBezTo>
                    <a:pt x="1450" y="3088"/>
                    <a:pt x="1608" y="2931"/>
                    <a:pt x="1797" y="2931"/>
                  </a:cubicBezTo>
                  <a:close/>
                  <a:moveTo>
                    <a:pt x="2805" y="1"/>
                  </a:moveTo>
                  <a:lnTo>
                    <a:pt x="1545" y="788"/>
                  </a:lnTo>
                  <a:cubicBezTo>
                    <a:pt x="1009" y="1103"/>
                    <a:pt x="694" y="1702"/>
                    <a:pt x="694" y="2300"/>
                  </a:cubicBezTo>
                  <a:lnTo>
                    <a:pt x="694" y="4506"/>
                  </a:lnTo>
                  <a:lnTo>
                    <a:pt x="694" y="4695"/>
                  </a:lnTo>
                  <a:cubicBezTo>
                    <a:pt x="694" y="4789"/>
                    <a:pt x="694" y="4852"/>
                    <a:pt x="662" y="4947"/>
                  </a:cubicBezTo>
                  <a:lnTo>
                    <a:pt x="662" y="4978"/>
                  </a:lnTo>
                  <a:cubicBezTo>
                    <a:pt x="568" y="5293"/>
                    <a:pt x="253" y="5514"/>
                    <a:pt x="1" y="5640"/>
                  </a:cubicBezTo>
                  <a:lnTo>
                    <a:pt x="1" y="7310"/>
                  </a:lnTo>
                  <a:cubicBezTo>
                    <a:pt x="1" y="7562"/>
                    <a:pt x="158" y="7845"/>
                    <a:pt x="442" y="8003"/>
                  </a:cubicBezTo>
                  <a:cubicBezTo>
                    <a:pt x="777" y="8174"/>
                    <a:pt x="1139" y="8258"/>
                    <a:pt x="1503" y="8258"/>
                  </a:cubicBezTo>
                  <a:cubicBezTo>
                    <a:pt x="2884" y="8258"/>
                    <a:pt x="4285" y="7039"/>
                    <a:pt x="4285" y="4695"/>
                  </a:cubicBezTo>
                  <a:cubicBezTo>
                    <a:pt x="4285" y="3246"/>
                    <a:pt x="3750" y="1418"/>
                    <a:pt x="28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5"/>
            <p:cNvSpPr/>
            <p:nvPr/>
          </p:nvSpPr>
          <p:spPr>
            <a:xfrm>
              <a:off x="-17812650" y="3353300"/>
              <a:ext cx="136275" cy="144150"/>
            </a:xfrm>
            <a:custGeom>
              <a:rect b="b" l="l" r="r" t="t"/>
              <a:pathLst>
                <a:path extrusionOk="0" h="5766" w="5451">
                  <a:moveTo>
                    <a:pt x="2741" y="0"/>
                  </a:moveTo>
                  <a:cubicBezTo>
                    <a:pt x="1702" y="0"/>
                    <a:pt x="756" y="599"/>
                    <a:pt x="0" y="1513"/>
                  </a:cubicBezTo>
                  <a:lnTo>
                    <a:pt x="1229" y="2300"/>
                  </a:lnTo>
                  <a:cubicBezTo>
                    <a:pt x="1954" y="2741"/>
                    <a:pt x="2363" y="3529"/>
                    <a:pt x="2363" y="4379"/>
                  </a:cubicBezTo>
                  <a:lnTo>
                    <a:pt x="2363" y="5766"/>
                  </a:lnTo>
                  <a:cubicBezTo>
                    <a:pt x="2489" y="5703"/>
                    <a:pt x="2615" y="5671"/>
                    <a:pt x="2773" y="5671"/>
                  </a:cubicBezTo>
                  <a:cubicBezTo>
                    <a:pt x="2899" y="5671"/>
                    <a:pt x="2993" y="5703"/>
                    <a:pt x="3088" y="5766"/>
                  </a:cubicBezTo>
                  <a:lnTo>
                    <a:pt x="3088" y="4379"/>
                  </a:lnTo>
                  <a:cubicBezTo>
                    <a:pt x="3088" y="3497"/>
                    <a:pt x="3529" y="2710"/>
                    <a:pt x="4222" y="2300"/>
                  </a:cubicBezTo>
                  <a:lnTo>
                    <a:pt x="5451" y="1513"/>
                  </a:lnTo>
                  <a:cubicBezTo>
                    <a:pt x="4695" y="599"/>
                    <a:pt x="3749" y="0"/>
                    <a:pt x="27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-17770900" y="3614000"/>
              <a:ext cx="52775" cy="24450"/>
            </a:xfrm>
            <a:custGeom>
              <a:rect b="b" l="l" r="r" t="t"/>
              <a:pathLst>
                <a:path extrusionOk="0" h="978" w="2111">
                  <a:moveTo>
                    <a:pt x="1071" y="0"/>
                  </a:moveTo>
                  <a:cubicBezTo>
                    <a:pt x="756" y="252"/>
                    <a:pt x="378" y="410"/>
                    <a:pt x="0" y="536"/>
                  </a:cubicBezTo>
                  <a:lnTo>
                    <a:pt x="0" y="630"/>
                  </a:lnTo>
                  <a:cubicBezTo>
                    <a:pt x="0" y="851"/>
                    <a:pt x="158" y="977"/>
                    <a:pt x="347" y="977"/>
                  </a:cubicBezTo>
                  <a:lnTo>
                    <a:pt x="1764" y="977"/>
                  </a:lnTo>
                  <a:cubicBezTo>
                    <a:pt x="1953" y="977"/>
                    <a:pt x="2111" y="851"/>
                    <a:pt x="2111" y="630"/>
                  </a:cubicBezTo>
                  <a:lnTo>
                    <a:pt x="2111" y="536"/>
                  </a:lnTo>
                  <a:cubicBezTo>
                    <a:pt x="1733" y="410"/>
                    <a:pt x="1386" y="252"/>
                    <a:pt x="10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-17878825" y="3334400"/>
              <a:ext cx="74075" cy="74050"/>
            </a:xfrm>
            <a:custGeom>
              <a:rect b="b" l="l" r="r" t="t"/>
              <a:pathLst>
                <a:path extrusionOk="0" h="2962" w="2963">
                  <a:moveTo>
                    <a:pt x="410" y="0"/>
                  </a:moveTo>
                  <a:cubicBezTo>
                    <a:pt x="127" y="0"/>
                    <a:pt x="1" y="284"/>
                    <a:pt x="95" y="536"/>
                  </a:cubicBezTo>
                  <a:lnTo>
                    <a:pt x="1324" y="2962"/>
                  </a:lnTo>
                  <a:cubicBezTo>
                    <a:pt x="1765" y="2174"/>
                    <a:pt x="2301" y="1512"/>
                    <a:pt x="2962" y="945"/>
                  </a:cubicBezTo>
                  <a:cubicBezTo>
                    <a:pt x="2490" y="378"/>
                    <a:pt x="1797" y="0"/>
                    <a:pt x="10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6"/>
          <p:cNvSpPr txBox="1"/>
          <p:nvPr>
            <p:ph type="title"/>
          </p:nvPr>
        </p:nvSpPr>
        <p:spPr>
          <a:xfrm>
            <a:off x="4820350" y="2659450"/>
            <a:ext cx="3185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Solution</a:t>
            </a:r>
            <a:endParaRPr/>
          </a:p>
        </p:txBody>
      </p:sp>
      <p:sp>
        <p:nvSpPr>
          <p:cNvPr id="422" name="Google Shape;422;p36"/>
          <p:cNvSpPr txBox="1"/>
          <p:nvPr>
            <p:ph idx="2" type="title"/>
          </p:nvPr>
        </p:nvSpPr>
        <p:spPr>
          <a:xfrm>
            <a:off x="4820350" y="887025"/>
            <a:ext cx="31854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423" name="Google Shape;423;p36"/>
          <p:cNvGrpSpPr/>
          <p:nvPr/>
        </p:nvGrpSpPr>
        <p:grpSpPr>
          <a:xfrm>
            <a:off x="5196100" y="1779225"/>
            <a:ext cx="2433900" cy="179100"/>
            <a:chOff x="5196100" y="2297550"/>
            <a:chExt cx="2433900" cy="179100"/>
          </a:xfrm>
        </p:grpSpPr>
        <p:sp>
          <p:nvSpPr>
            <p:cNvPr id="424" name="Google Shape;424;p36"/>
            <p:cNvSpPr/>
            <p:nvPr/>
          </p:nvSpPr>
          <p:spPr>
            <a:xfrm>
              <a:off x="51961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6"/>
            <p:cNvSpPr/>
            <p:nvPr/>
          </p:nvSpPr>
          <p:spPr>
            <a:xfrm>
              <a:off x="74509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 Opening System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1" name="Google Shape;431;p37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432" name="Google Shape;432;p37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7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4" name="Google Shape;434;p37"/>
          <p:cNvSpPr/>
          <p:nvPr/>
        </p:nvSpPr>
        <p:spPr>
          <a:xfrm>
            <a:off x="1080313" y="1706625"/>
            <a:ext cx="984000" cy="9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7"/>
          <p:cNvSpPr/>
          <p:nvPr/>
        </p:nvSpPr>
        <p:spPr>
          <a:xfrm>
            <a:off x="5079891" y="1706625"/>
            <a:ext cx="984000" cy="9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7"/>
          <p:cNvSpPr txBox="1"/>
          <p:nvPr>
            <p:ph idx="4294967295" type="subTitle"/>
          </p:nvPr>
        </p:nvSpPr>
        <p:spPr>
          <a:xfrm>
            <a:off x="4719591" y="3641400"/>
            <a:ext cx="17046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model identifies main playstyle.</a:t>
            </a:r>
            <a:endParaRPr/>
          </a:p>
        </p:txBody>
      </p:sp>
      <p:sp>
        <p:nvSpPr>
          <p:cNvPr id="437" name="Google Shape;437;p37"/>
          <p:cNvSpPr txBox="1"/>
          <p:nvPr>
            <p:ph idx="4294967295" type="subTitle"/>
          </p:nvPr>
        </p:nvSpPr>
        <p:spPr>
          <a:xfrm>
            <a:off x="4719575" y="2811475"/>
            <a:ext cx="1704600" cy="9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ranienbaum"/>
                <a:ea typeface="Oranienbaum"/>
                <a:cs typeface="Oranienbaum"/>
                <a:sym typeface="Oranienbaum"/>
              </a:rPr>
              <a:t>Model Prediction</a:t>
            </a:r>
            <a:endParaRPr b="1" sz="240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438" name="Google Shape;438;p37"/>
          <p:cNvSpPr txBox="1"/>
          <p:nvPr>
            <p:ph idx="4294967295" type="subTitle"/>
          </p:nvPr>
        </p:nvSpPr>
        <p:spPr>
          <a:xfrm>
            <a:off x="720033" y="3355175"/>
            <a:ext cx="17046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Fetches latest games and player rating.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7"/>
          <p:cNvSpPr txBox="1"/>
          <p:nvPr>
            <p:ph idx="4294967295" type="subTitle"/>
          </p:nvPr>
        </p:nvSpPr>
        <p:spPr>
          <a:xfrm>
            <a:off x="720000" y="2891125"/>
            <a:ext cx="1704600" cy="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ranienbaum"/>
                <a:ea typeface="Oranienbaum"/>
                <a:cs typeface="Oranienbaum"/>
                <a:sym typeface="Oranienbaum"/>
              </a:rPr>
              <a:t>Player Input</a:t>
            </a:r>
            <a:endParaRPr b="1" sz="240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440" name="Google Shape;440;p37"/>
          <p:cNvSpPr txBox="1"/>
          <p:nvPr>
            <p:ph idx="4294967295" type="subTitle"/>
          </p:nvPr>
        </p:nvSpPr>
        <p:spPr>
          <a:xfrm>
            <a:off x="2717466" y="2290175"/>
            <a:ext cx="17046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Extracts first eight moves, color, and opening name.</a:t>
            </a:r>
            <a:endParaRPr/>
          </a:p>
        </p:txBody>
      </p:sp>
      <p:sp>
        <p:nvSpPr>
          <p:cNvPr id="441" name="Google Shape;441;p37"/>
          <p:cNvSpPr txBox="1"/>
          <p:nvPr>
            <p:ph idx="4294967295" type="subTitle"/>
          </p:nvPr>
        </p:nvSpPr>
        <p:spPr>
          <a:xfrm>
            <a:off x="2546988" y="1521925"/>
            <a:ext cx="2050200" cy="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ranienbaum"/>
                <a:ea typeface="Oranienbaum"/>
                <a:cs typeface="Oranienbaum"/>
                <a:sym typeface="Oranienbaum"/>
              </a:rPr>
              <a:t>Data Processing</a:t>
            </a:r>
            <a:endParaRPr b="1" sz="240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442" name="Google Shape;442;p37"/>
          <p:cNvSpPr/>
          <p:nvPr/>
        </p:nvSpPr>
        <p:spPr>
          <a:xfrm>
            <a:off x="3080091" y="3279600"/>
            <a:ext cx="984000" cy="98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7"/>
          <p:cNvSpPr txBox="1"/>
          <p:nvPr>
            <p:ph idx="4294967295" type="subTitle"/>
          </p:nvPr>
        </p:nvSpPr>
        <p:spPr>
          <a:xfrm>
            <a:off x="6769674" y="2286300"/>
            <a:ext cx="18891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Suggests 6 openings matching style and rating.</a:t>
            </a:r>
            <a:endParaRPr/>
          </a:p>
        </p:txBody>
      </p:sp>
      <p:sp>
        <p:nvSpPr>
          <p:cNvPr id="444" name="Google Shape;444;p37"/>
          <p:cNvSpPr txBox="1"/>
          <p:nvPr>
            <p:ph idx="4294967295" type="subTitle"/>
          </p:nvPr>
        </p:nvSpPr>
        <p:spPr>
          <a:xfrm>
            <a:off x="6546600" y="1518050"/>
            <a:ext cx="2112300" cy="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Oranienbaum"/>
                <a:ea typeface="Oranienbaum"/>
                <a:cs typeface="Oranienbaum"/>
                <a:sym typeface="Oranienbaum"/>
              </a:rPr>
              <a:t>Opening Recommendation</a:t>
            </a:r>
            <a:endParaRPr b="1" sz="210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445" name="Google Shape;445;p37"/>
          <p:cNvSpPr/>
          <p:nvPr/>
        </p:nvSpPr>
        <p:spPr>
          <a:xfrm>
            <a:off x="7079663" y="3279600"/>
            <a:ext cx="984000" cy="98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7"/>
          <p:cNvSpPr/>
          <p:nvPr/>
        </p:nvSpPr>
        <p:spPr>
          <a:xfrm>
            <a:off x="1373538" y="1999592"/>
            <a:ext cx="397549" cy="398066"/>
          </a:xfrm>
          <a:custGeom>
            <a:rect b="b" l="l" r="r" t="t"/>
            <a:pathLst>
              <a:path extrusionOk="0" h="10795" w="10781">
                <a:moveTo>
                  <a:pt x="5390" y="1924"/>
                </a:moveTo>
                <a:cubicBezTo>
                  <a:pt x="7137" y="1924"/>
                  <a:pt x="8586" y="3224"/>
                  <a:pt x="8830" y="4890"/>
                </a:cubicBezTo>
                <a:lnTo>
                  <a:pt x="8830" y="4944"/>
                </a:lnTo>
                <a:cubicBezTo>
                  <a:pt x="8735" y="4917"/>
                  <a:pt x="8641" y="4890"/>
                  <a:pt x="8532" y="4876"/>
                </a:cubicBezTo>
                <a:cubicBezTo>
                  <a:pt x="7543" y="4632"/>
                  <a:pt x="6487" y="4497"/>
                  <a:pt x="5390" y="4497"/>
                </a:cubicBezTo>
                <a:cubicBezTo>
                  <a:pt x="4307" y="4497"/>
                  <a:pt x="3236" y="4632"/>
                  <a:pt x="2248" y="4876"/>
                </a:cubicBezTo>
                <a:cubicBezTo>
                  <a:pt x="2153" y="4903"/>
                  <a:pt x="2045" y="4917"/>
                  <a:pt x="1950" y="4944"/>
                </a:cubicBezTo>
                <a:cubicBezTo>
                  <a:pt x="1950" y="4930"/>
                  <a:pt x="1950" y="4917"/>
                  <a:pt x="1963" y="4890"/>
                </a:cubicBezTo>
                <a:cubicBezTo>
                  <a:pt x="2207" y="3224"/>
                  <a:pt x="3643" y="1924"/>
                  <a:pt x="5390" y="1924"/>
                </a:cubicBezTo>
                <a:close/>
                <a:moveTo>
                  <a:pt x="5430" y="4768"/>
                </a:moveTo>
                <a:cubicBezTo>
                  <a:pt x="5837" y="4768"/>
                  <a:pt x="6162" y="5093"/>
                  <a:pt x="6162" y="5499"/>
                </a:cubicBezTo>
                <a:cubicBezTo>
                  <a:pt x="6162" y="5905"/>
                  <a:pt x="5837" y="6230"/>
                  <a:pt x="5430" y="6230"/>
                </a:cubicBezTo>
                <a:cubicBezTo>
                  <a:pt x="5024" y="6230"/>
                  <a:pt x="4699" y="5905"/>
                  <a:pt x="4699" y="5499"/>
                </a:cubicBezTo>
                <a:cubicBezTo>
                  <a:pt x="4699" y="5093"/>
                  <a:pt x="5024" y="4768"/>
                  <a:pt x="5430" y="4768"/>
                </a:cubicBezTo>
                <a:close/>
                <a:moveTo>
                  <a:pt x="4212" y="6230"/>
                </a:moveTo>
                <a:lnTo>
                  <a:pt x="4361" y="8709"/>
                </a:lnTo>
                <a:cubicBezTo>
                  <a:pt x="3345" y="8397"/>
                  <a:pt x="2532" y="7626"/>
                  <a:pt x="2153" y="6637"/>
                </a:cubicBezTo>
                <a:lnTo>
                  <a:pt x="2438" y="6556"/>
                </a:lnTo>
                <a:cubicBezTo>
                  <a:pt x="3007" y="6393"/>
                  <a:pt x="3603" y="6299"/>
                  <a:pt x="4212" y="6230"/>
                </a:cubicBezTo>
                <a:close/>
                <a:moveTo>
                  <a:pt x="6568" y="6230"/>
                </a:moveTo>
                <a:cubicBezTo>
                  <a:pt x="7191" y="6299"/>
                  <a:pt x="7774" y="6393"/>
                  <a:pt x="8343" y="6556"/>
                </a:cubicBezTo>
                <a:lnTo>
                  <a:pt x="8627" y="6637"/>
                </a:lnTo>
                <a:cubicBezTo>
                  <a:pt x="8247" y="7626"/>
                  <a:pt x="7435" y="8397"/>
                  <a:pt x="6420" y="8709"/>
                </a:cubicBezTo>
                <a:lnTo>
                  <a:pt x="6568" y="6230"/>
                </a:lnTo>
                <a:close/>
                <a:moveTo>
                  <a:pt x="5390" y="1"/>
                </a:moveTo>
                <a:cubicBezTo>
                  <a:pt x="2424" y="1"/>
                  <a:pt x="0" y="2426"/>
                  <a:pt x="0" y="5391"/>
                </a:cubicBezTo>
                <a:lnTo>
                  <a:pt x="0" y="5567"/>
                </a:lnTo>
                <a:cubicBezTo>
                  <a:pt x="13" y="6136"/>
                  <a:pt x="122" y="6678"/>
                  <a:pt x="298" y="7178"/>
                </a:cubicBezTo>
                <a:cubicBezTo>
                  <a:pt x="1043" y="9278"/>
                  <a:pt x="3047" y="10795"/>
                  <a:pt x="5390" y="10795"/>
                </a:cubicBezTo>
                <a:cubicBezTo>
                  <a:pt x="7733" y="10795"/>
                  <a:pt x="9737" y="9278"/>
                  <a:pt x="10482" y="7178"/>
                </a:cubicBezTo>
                <a:cubicBezTo>
                  <a:pt x="10658" y="6678"/>
                  <a:pt x="10766" y="6122"/>
                  <a:pt x="10780" y="5567"/>
                </a:cubicBezTo>
                <a:lnTo>
                  <a:pt x="10780" y="5391"/>
                </a:lnTo>
                <a:cubicBezTo>
                  <a:pt x="10780" y="2426"/>
                  <a:pt x="8370" y="1"/>
                  <a:pt x="539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7" name="Google Shape;447;p37"/>
          <p:cNvGrpSpPr/>
          <p:nvPr/>
        </p:nvGrpSpPr>
        <p:grpSpPr>
          <a:xfrm>
            <a:off x="7365889" y="3565826"/>
            <a:ext cx="411547" cy="411547"/>
            <a:chOff x="4640568" y="3713038"/>
            <a:chExt cx="356534" cy="356534"/>
          </a:xfrm>
        </p:grpSpPr>
        <p:sp>
          <p:nvSpPr>
            <p:cNvPr id="448" name="Google Shape;448;p37"/>
            <p:cNvSpPr/>
            <p:nvPr/>
          </p:nvSpPr>
          <p:spPr>
            <a:xfrm>
              <a:off x="4640568" y="3713038"/>
              <a:ext cx="356534" cy="356534"/>
            </a:xfrm>
            <a:custGeom>
              <a:rect b="b" l="l" r="r" t="t"/>
              <a:pathLst>
                <a:path extrusionOk="0" h="11160" w="11160">
                  <a:moveTo>
                    <a:pt x="6501" y="2478"/>
                  </a:moveTo>
                  <a:cubicBezTo>
                    <a:pt x="7543" y="2790"/>
                    <a:pt x="8370" y="3616"/>
                    <a:pt x="8681" y="4659"/>
                  </a:cubicBezTo>
                  <a:lnTo>
                    <a:pt x="8031" y="4659"/>
                  </a:lnTo>
                  <a:cubicBezTo>
                    <a:pt x="7883" y="4659"/>
                    <a:pt x="7747" y="4780"/>
                    <a:pt x="7747" y="4943"/>
                  </a:cubicBezTo>
                  <a:lnTo>
                    <a:pt x="7747" y="6216"/>
                  </a:lnTo>
                  <a:cubicBezTo>
                    <a:pt x="7747" y="6379"/>
                    <a:pt x="7883" y="6501"/>
                    <a:pt x="8031" y="6501"/>
                  </a:cubicBezTo>
                  <a:lnTo>
                    <a:pt x="8681" y="6501"/>
                  </a:lnTo>
                  <a:cubicBezTo>
                    <a:pt x="8370" y="7543"/>
                    <a:pt x="7543" y="8370"/>
                    <a:pt x="6501" y="8681"/>
                  </a:cubicBezTo>
                  <a:lnTo>
                    <a:pt x="6501" y="8031"/>
                  </a:lnTo>
                  <a:cubicBezTo>
                    <a:pt x="6501" y="7882"/>
                    <a:pt x="6379" y="7747"/>
                    <a:pt x="6216" y="7747"/>
                  </a:cubicBezTo>
                  <a:lnTo>
                    <a:pt x="4943" y="7747"/>
                  </a:lnTo>
                  <a:cubicBezTo>
                    <a:pt x="4781" y="7747"/>
                    <a:pt x="4659" y="7882"/>
                    <a:pt x="4659" y="8031"/>
                  </a:cubicBezTo>
                  <a:lnTo>
                    <a:pt x="4659" y="8681"/>
                  </a:lnTo>
                  <a:cubicBezTo>
                    <a:pt x="3616" y="8370"/>
                    <a:pt x="2791" y="7543"/>
                    <a:pt x="2479" y="6501"/>
                  </a:cubicBezTo>
                  <a:lnTo>
                    <a:pt x="3129" y="6501"/>
                  </a:lnTo>
                  <a:cubicBezTo>
                    <a:pt x="3291" y="6501"/>
                    <a:pt x="3413" y="6379"/>
                    <a:pt x="3413" y="6216"/>
                  </a:cubicBezTo>
                  <a:lnTo>
                    <a:pt x="3413" y="4943"/>
                  </a:lnTo>
                  <a:cubicBezTo>
                    <a:pt x="3413" y="4780"/>
                    <a:pt x="3291" y="4659"/>
                    <a:pt x="3129" y="4659"/>
                  </a:cubicBezTo>
                  <a:lnTo>
                    <a:pt x="2479" y="4659"/>
                  </a:lnTo>
                  <a:cubicBezTo>
                    <a:pt x="2791" y="3616"/>
                    <a:pt x="3616" y="2790"/>
                    <a:pt x="4659" y="2478"/>
                  </a:cubicBezTo>
                  <a:lnTo>
                    <a:pt x="4659" y="3128"/>
                  </a:lnTo>
                  <a:cubicBezTo>
                    <a:pt x="4659" y="3291"/>
                    <a:pt x="4781" y="3413"/>
                    <a:pt x="4943" y="3413"/>
                  </a:cubicBezTo>
                  <a:lnTo>
                    <a:pt x="6216" y="3413"/>
                  </a:lnTo>
                  <a:cubicBezTo>
                    <a:pt x="6379" y="3413"/>
                    <a:pt x="6501" y="3291"/>
                    <a:pt x="6501" y="3128"/>
                  </a:cubicBezTo>
                  <a:lnTo>
                    <a:pt x="6501" y="2478"/>
                  </a:lnTo>
                  <a:close/>
                  <a:moveTo>
                    <a:pt x="4943" y="0"/>
                  </a:moveTo>
                  <a:cubicBezTo>
                    <a:pt x="4781" y="0"/>
                    <a:pt x="4659" y="136"/>
                    <a:pt x="4659" y="284"/>
                  </a:cubicBezTo>
                  <a:lnTo>
                    <a:pt x="4659" y="1165"/>
                  </a:lnTo>
                  <a:cubicBezTo>
                    <a:pt x="2912" y="1530"/>
                    <a:pt x="1531" y="2912"/>
                    <a:pt x="1165" y="4659"/>
                  </a:cubicBezTo>
                  <a:lnTo>
                    <a:pt x="285" y="4659"/>
                  </a:lnTo>
                  <a:cubicBezTo>
                    <a:pt x="136" y="4659"/>
                    <a:pt x="1" y="4780"/>
                    <a:pt x="1" y="4943"/>
                  </a:cubicBezTo>
                  <a:lnTo>
                    <a:pt x="1" y="6216"/>
                  </a:lnTo>
                  <a:cubicBezTo>
                    <a:pt x="1" y="6379"/>
                    <a:pt x="136" y="6501"/>
                    <a:pt x="285" y="6501"/>
                  </a:cubicBezTo>
                  <a:lnTo>
                    <a:pt x="1165" y="6501"/>
                  </a:lnTo>
                  <a:cubicBezTo>
                    <a:pt x="1531" y="8247"/>
                    <a:pt x="2912" y="9629"/>
                    <a:pt x="4659" y="9995"/>
                  </a:cubicBezTo>
                  <a:lnTo>
                    <a:pt x="4659" y="10875"/>
                  </a:lnTo>
                  <a:cubicBezTo>
                    <a:pt x="4659" y="11037"/>
                    <a:pt x="4781" y="11160"/>
                    <a:pt x="4943" y="11160"/>
                  </a:cubicBezTo>
                  <a:lnTo>
                    <a:pt x="6216" y="11160"/>
                  </a:lnTo>
                  <a:cubicBezTo>
                    <a:pt x="6379" y="11160"/>
                    <a:pt x="6501" y="11037"/>
                    <a:pt x="6501" y="10875"/>
                  </a:cubicBezTo>
                  <a:lnTo>
                    <a:pt x="6501" y="9995"/>
                  </a:lnTo>
                  <a:cubicBezTo>
                    <a:pt x="8248" y="9629"/>
                    <a:pt x="9629" y="8247"/>
                    <a:pt x="9995" y="6501"/>
                  </a:cubicBezTo>
                  <a:lnTo>
                    <a:pt x="10875" y="6501"/>
                  </a:lnTo>
                  <a:cubicBezTo>
                    <a:pt x="11038" y="6501"/>
                    <a:pt x="11160" y="6379"/>
                    <a:pt x="11160" y="6216"/>
                  </a:cubicBezTo>
                  <a:lnTo>
                    <a:pt x="11160" y="4943"/>
                  </a:lnTo>
                  <a:cubicBezTo>
                    <a:pt x="11160" y="4780"/>
                    <a:pt x="11038" y="4659"/>
                    <a:pt x="10875" y="4659"/>
                  </a:cubicBezTo>
                  <a:lnTo>
                    <a:pt x="9995" y="4659"/>
                  </a:lnTo>
                  <a:cubicBezTo>
                    <a:pt x="9629" y="2912"/>
                    <a:pt x="8248" y="1530"/>
                    <a:pt x="6501" y="1165"/>
                  </a:cubicBezTo>
                  <a:lnTo>
                    <a:pt x="6501" y="284"/>
                  </a:lnTo>
                  <a:cubicBezTo>
                    <a:pt x="6501" y="136"/>
                    <a:pt x="6379" y="0"/>
                    <a:pt x="62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7"/>
            <p:cNvSpPr/>
            <p:nvPr/>
          </p:nvSpPr>
          <p:spPr>
            <a:xfrm>
              <a:off x="4785520" y="3857957"/>
              <a:ext cx="66642" cy="66674"/>
            </a:xfrm>
            <a:custGeom>
              <a:rect b="b" l="l" r="r" t="t"/>
              <a:pathLst>
                <a:path extrusionOk="0" h="2087" w="2086">
                  <a:moveTo>
                    <a:pt x="1043" y="1"/>
                  </a:moveTo>
                  <a:cubicBezTo>
                    <a:pt x="475" y="1"/>
                    <a:pt x="0" y="475"/>
                    <a:pt x="0" y="1044"/>
                  </a:cubicBezTo>
                  <a:cubicBezTo>
                    <a:pt x="0" y="1613"/>
                    <a:pt x="475" y="2086"/>
                    <a:pt x="1043" y="2086"/>
                  </a:cubicBezTo>
                  <a:cubicBezTo>
                    <a:pt x="1612" y="2086"/>
                    <a:pt x="2086" y="1613"/>
                    <a:pt x="2086" y="1044"/>
                  </a:cubicBezTo>
                  <a:cubicBezTo>
                    <a:pt x="2086" y="475"/>
                    <a:pt x="1612" y="1"/>
                    <a:pt x="10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0" name="Google Shape;450;p37"/>
          <p:cNvSpPr/>
          <p:nvPr/>
        </p:nvSpPr>
        <p:spPr>
          <a:xfrm>
            <a:off x="5366627" y="1997085"/>
            <a:ext cx="410529" cy="403081"/>
          </a:xfrm>
          <a:custGeom>
            <a:rect b="b" l="l" r="r" t="t"/>
            <a:pathLst>
              <a:path extrusionOk="0" h="10931" w="11133">
                <a:moveTo>
                  <a:pt x="4686" y="4741"/>
                </a:moveTo>
                <a:cubicBezTo>
                  <a:pt x="4836" y="4741"/>
                  <a:pt x="4971" y="4755"/>
                  <a:pt x="5092" y="4795"/>
                </a:cubicBezTo>
                <a:lnTo>
                  <a:pt x="4890" y="5432"/>
                </a:lnTo>
                <a:cubicBezTo>
                  <a:pt x="4822" y="5418"/>
                  <a:pt x="4754" y="5405"/>
                  <a:pt x="4686" y="5405"/>
                </a:cubicBezTo>
                <a:cubicBezTo>
                  <a:pt x="4226" y="5405"/>
                  <a:pt x="3846" y="5784"/>
                  <a:pt x="3846" y="6245"/>
                </a:cubicBezTo>
                <a:cubicBezTo>
                  <a:pt x="3846" y="6705"/>
                  <a:pt x="4226" y="7084"/>
                  <a:pt x="4686" y="7084"/>
                </a:cubicBezTo>
                <a:cubicBezTo>
                  <a:pt x="5134" y="7084"/>
                  <a:pt x="5499" y="6732"/>
                  <a:pt x="5526" y="6285"/>
                </a:cubicBezTo>
                <a:lnTo>
                  <a:pt x="6190" y="6055"/>
                </a:lnTo>
                <a:cubicBezTo>
                  <a:pt x="6190" y="6122"/>
                  <a:pt x="6203" y="6176"/>
                  <a:pt x="6203" y="6245"/>
                </a:cubicBezTo>
                <a:cubicBezTo>
                  <a:pt x="6203" y="7084"/>
                  <a:pt x="5526" y="7761"/>
                  <a:pt x="4686" y="7761"/>
                </a:cubicBezTo>
                <a:cubicBezTo>
                  <a:pt x="3861" y="7761"/>
                  <a:pt x="3183" y="7084"/>
                  <a:pt x="3183" y="6245"/>
                </a:cubicBezTo>
                <a:cubicBezTo>
                  <a:pt x="3183" y="5418"/>
                  <a:pt x="3861" y="4741"/>
                  <a:pt x="4686" y="4741"/>
                </a:cubicBezTo>
                <a:close/>
                <a:moveTo>
                  <a:pt x="4686" y="2737"/>
                </a:moveTo>
                <a:cubicBezTo>
                  <a:pt x="5567" y="2737"/>
                  <a:pt x="6365" y="3062"/>
                  <a:pt x="6975" y="3590"/>
                </a:cubicBezTo>
                <a:lnTo>
                  <a:pt x="6461" y="4105"/>
                </a:lnTo>
                <a:cubicBezTo>
                  <a:pt x="5973" y="3699"/>
                  <a:pt x="5363" y="3468"/>
                  <a:pt x="4686" y="3468"/>
                </a:cubicBezTo>
                <a:cubicBezTo>
                  <a:pt x="3156" y="3468"/>
                  <a:pt x="1910" y="4714"/>
                  <a:pt x="1910" y="6245"/>
                </a:cubicBezTo>
                <a:cubicBezTo>
                  <a:pt x="1910" y="7774"/>
                  <a:pt x="3156" y="9034"/>
                  <a:pt x="4686" y="9034"/>
                </a:cubicBezTo>
                <a:cubicBezTo>
                  <a:pt x="6217" y="9034"/>
                  <a:pt x="7476" y="7774"/>
                  <a:pt x="7476" y="6245"/>
                </a:cubicBezTo>
                <a:cubicBezTo>
                  <a:pt x="7476" y="5662"/>
                  <a:pt x="7286" y="5120"/>
                  <a:pt x="6975" y="4674"/>
                </a:cubicBezTo>
                <a:lnTo>
                  <a:pt x="7503" y="4145"/>
                </a:lnTo>
                <a:cubicBezTo>
                  <a:pt x="7936" y="4741"/>
                  <a:pt x="8194" y="5459"/>
                  <a:pt x="8194" y="6245"/>
                </a:cubicBezTo>
                <a:cubicBezTo>
                  <a:pt x="8194" y="8181"/>
                  <a:pt x="6623" y="9752"/>
                  <a:pt x="4686" y="9752"/>
                </a:cubicBezTo>
                <a:cubicBezTo>
                  <a:pt x="2750" y="9752"/>
                  <a:pt x="1179" y="8181"/>
                  <a:pt x="1179" y="6245"/>
                </a:cubicBezTo>
                <a:cubicBezTo>
                  <a:pt x="1179" y="4307"/>
                  <a:pt x="2750" y="2737"/>
                  <a:pt x="4686" y="2737"/>
                </a:cubicBezTo>
                <a:close/>
                <a:moveTo>
                  <a:pt x="9603" y="1"/>
                </a:moveTo>
                <a:cubicBezTo>
                  <a:pt x="9548" y="1"/>
                  <a:pt x="9494" y="28"/>
                  <a:pt x="9453" y="69"/>
                </a:cubicBezTo>
                <a:lnTo>
                  <a:pt x="8668" y="855"/>
                </a:lnTo>
                <a:cubicBezTo>
                  <a:pt x="8600" y="922"/>
                  <a:pt x="8532" y="1044"/>
                  <a:pt x="8519" y="1138"/>
                </a:cubicBezTo>
                <a:lnTo>
                  <a:pt x="8330" y="2101"/>
                </a:lnTo>
                <a:cubicBezTo>
                  <a:pt x="8316" y="2141"/>
                  <a:pt x="8330" y="2195"/>
                  <a:pt x="8330" y="2236"/>
                </a:cubicBezTo>
                <a:lnTo>
                  <a:pt x="7815" y="2751"/>
                </a:lnTo>
                <a:cubicBezTo>
                  <a:pt x="6988" y="2005"/>
                  <a:pt x="5892" y="1559"/>
                  <a:pt x="4686" y="1559"/>
                </a:cubicBezTo>
                <a:cubicBezTo>
                  <a:pt x="2100" y="1559"/>
                  <a:pt x="0" y="3657"/>
                  <a:pt x="0" y="6245"/>
                </a:cubicBezTo>
                <a:cubicBezTo>
                  <a:pt x="0" y="8831"/>
                  <a:pt x="2100" y="10930"/>
                  <a:pt x="4686" y="10930"/>
                </a:cubicBezTo>
                <a:cubicBezTo>
                  <a:pt x="7273" y="10930"/>
                  <a:pt x="9372" y="8831"/>
                  <a:pt x="9372" y="6245"/>
                </a:cubicBezTo>
                <a:cubicBezTo>
                  <a:pt x="9372" y="5134"/>
                  <a:pt x="8993" y="4118"/>
                  <a:pt x="8343" y="3319"/>
                </a:cubicBezTo>
                <a:lnTo>
                  <a:pt x="8871" y="2778"/>
                </a:lnTo>
                <a:cubicBezTo>
                  <a:pt x="8898" y="2791"/>
                  <a:pt x="8925" y="2791"/>
                  <a:pt x="8953" y="2791"/>
                </a:cubicBezTo>
                <a:lnTo>
                  <a:pt x="9007" y="2791"/>
                </a:lnTo>
                <a:lnTo>
                  <a:pt x="9982" y="2601"/>
                </a:lnTo>
                <a:cubicBezTo>
                  <a:pt x="10076" y="2588"/>
                  <a:pt x="10199" y="2520"/>
                  <a:pt x="10266" y="2453"/>
                </a:cubicBezTo>
                <a:lnTo>
                  <a:pt x="11051" y="1667"/>
                </a:lnTo>
                <a:cubicBezTo>
                  <a:pt x="11105" y="1599"/>
                  <a:pt x="11132" y="1532"/>
                  <a:pt x="11105" y="1464"/>
                </a:cubicBezTo>
                <a:cubicBezTo>
                  <a:pt x="11092" y="1396"/>
                  <a:pt x="11038" y="1342"/>
                  <a:pt x="10957" y="1328"/>
                </a:cubicBezTo>
                <a:lnTo>
                  <a:pt x="10076" y="1098"/>
                </a:lnTo>
                <a:cubicBezTo>
                  <a:pt x="10049" y="1098"/>
                  <a:pt x="10022" y="1057"/>
                  <a:pt x="10009" y="1044"/>
                </a:cubicBezTo>
                <a:lnTo>
                  <a:pt x="9792" y="163"/>
                </a:lnTo>
                <a:cubicBezTo>
                  <a:pt x="9765" y="69"/>
                  <a:pt x="9697" y="1"/>
                  <a:pt x="960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1" name="Google Shape;451;p37"/>
          <p:cNvCxnSpPr>
            <a:stCxn id="434" idx="3"/>
            <a:endCxn id="442" idx="1"/>
          </p:cNvCxnSpPr>
          <p:nvPr/>
        </p:nvCxnSpPr>
        <p:spPr>
          <a:xfrm>
            <a:off x="2064313" y="2198625"/>
            <a:ext cx="1015800" cy="1572900"/>
          </a:xfrm>
          <a:prstGeom prst="bentConnector3">
            <a:avLst>
              <a:gd fmla="val 49999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37"/>
          <p:cNvCxnSpPr>
            <a:stCxn id="442" idx="3"/>
            <a:endCxn id="435" idx="1"/>
          </p:cNvCxnSpPr>
          <p:nvPr/>
        </p:nvCxnSpPr>
        <p:spPr>
          <a:xfrm flipH="1" rot="10800000">
            <a:off x="4064091" y="2198700"/>
            <a:ext cx="1015800" cy="1572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37"/>
          <p:cNvCxnSpPr>
            <a:stCxn id="435" idx="3"/>
            <a:endCxn id="445" idx="1"/>
          </p:cNvCxnSpPr>
          <p:nvPr/>
        </p:nvCxnSpPr>
        <p:spPr>
          <a:xfrm>
            <a:off x="6063891" y="2198625"/>
            <a:ext cx="1015800" cy="1572900"/>
          </a:xfrm>
          <a:prstGeom prst="bentConnector3">
            <a:avLst>
              <a:gd fmla="val 49999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4" name="Google Shape;454;p37"/>
          <p:cNvSpPr/>
          <p:nvPr/>
        </p:nvSpPr>
        <p:spPr>
          <a:xfrm>
            <a:off x="3365933" y="3565420"/>
            <a:ext cx="412366" cy="412366"/>
          </a:xfrm>
          <a:custGeom>
            <a:rect b="b" l="l" r="r" t="t"/>
            <a:pathLst>
              <a:path extrusionOk="0" h="9319" w="9319">
                <a:moveTo>
                  <a:pt x="4659" y="976"/>
                </a:moveTo>
                <a:cubicBezTo>
                  <a:pt x="6284" y="976"/>
                  <a:pt x="7598" y="2276"/>
                  <a:pt x="7598" y="3901"/>
                </a:cubicBezTo>
                <a:cubicBezTo>
                  <a:pt x="7598" y="4660"/>
                  <a:pt x="7300" y="5350"/>
                  <a:pt x="6826" y="5878"/>
                </a:cubicBezTo>
                <a:cubicBezTo>
                  <a:pt x="6785" y="5919"/>
                  <a:pt x="6704" y="6000"/>
                  <a:pt x="6555" y="6000"/>
                </a:cubicBezTo>
                <a:lnTo>
                  <a:pt x="2776" y="6000"/>
                </a:lnTo>
                <a:cubicBezTo>
                  <a:pt x="2614" y="6000"/>
                  <a:pt x="2505" y="5891"/>
                  <a:pt x="2451" y="5837"/>
                </a:cubicBezTo>
                <a:cubicBezTo>
                  <a:pt x="2005" y="5323"/>
                  <a:pt x="1734" y="4646"/>
                  <a:pt x="1734" y="3901"/>
                </a:cubicBezTo>
                <a:cubicBezTo>
                  <a:pt x="1734" y="2276"/>
                  <a:pt x="3034" y="976"/>
                  <a:pt x="4659" y="976"/>
                </a:cubicBezTo>
                <a:close/>
                <a:moveTo>
                  <a:pt x="1165" y="5689"/>
                </a:moveTo>
                <a:cubicBezTo>
                  <a:pt x="1463" y="5689"/>
                  <a:pt x="1693" y="5919"/>
                  <a:pt x="1693" y="6216"/>
                </a:cubicBezTo>
                <a:cubicBezTo>
                  <a:pt x="1693" y="6501"/>
                  <a:pt x="1463" y="6745"/>
                  <a:pt x="1165" y="6745"/>
                </a:cubicBezTo>
                <a:cubicBezTo>
                  <a:pt x="867" y="6745"/>
                  <a:pt x="637" y="6501"/>
                  <a:pt x="637" y="6216"/>
                </a:cubicBezTo>
                <a:cubicBezTo>
                  <a:pt x="637" y="5919"/>
                  <a:pt x="867" y="5689"/>
                  <a:pt x="1165" y="5689"/>
                </a:cubicBezTo>
                <a:close/>
                <a:moveTo>
                  <a:pt x="1449" y="7260"/>
                </a:moveTo>
                <a:cubicBezTo>
                  <a:pt x="1910" y="7260"/>
                  <a:pt x="2276" y="7625"/>
                  <a:pt x="2276" y="8085"/>
                </a:cubicBezTo>
                <a:cubicBezTo>
                  <a:pt x="2276" y="8533"/>
                  <a:pt x="1910" y="8898"/>
                  <a:pt x="1449" y="8898"/>
                </a:cubicBezTo>
                <a:cubicBezTo>
                  <a:pt x="1003" y="8898"/>
                  <a:pt x="637" y="8533"/>
                  <a:pt x="637" y="8085"/>
                </a:cubicBezTo>
                <a:cubicBezTo>
                  <a:pt x="637" y="7625"/>
                  <a:pt x="1003" y="7260"/>
                  <a:pt x="1449" y="7260"/>
                </a:cubicBezTo>
                <a:close/>
                <a:moveTo>
                  <a:pt x="7868" y="7260"/>
                </a:moveTo>
                <a:cubicBezTo>
                  <a:pt x="8316" y="7260"/>
                  <a:pt x="8681" y="7625"/>
                  <a:pt x="8681" y="8085"/>
                </a:cubicBezTo>
                <a:cubicBezTo>
                  <a:pt x="8681" y="8533"/>
                  <a:pt x="8316" y="8898"/>
                  <a:pt x="7868" y="8898"/>
                </a:cubicBezTo>
                <a:cubicBezTo>
                  <a:pt x="7408" y="8898"/>
                  <a:pt x="7043" y="8533"/>
                  <a:pt x="7043" y="8085"/>
                </a:cubicBezTo>
                <a:cubicBezTo>
                  <a:pt x="7043" y="7625"/>
                  <a:pt x="7408" y="7260"/>
                  <a:pt x="7868" y="7260"/>
                </a:cubicBezTo>
                <a:close/>
                <a:moveTo>
                  <a:pt x="515" y="1"/>
                </a:moveTo>
                <a:cubicBezTo>
                  <a:pt x="230" y="1"/>
                  <a:pt x="1" y="231"/>
                  <a:pt x="1" y="516"/>
                </a:cubicBezTo>
                <a:lnTo>
                  <a:pt x="1" y="8804"/>
                </a:lnTo>
                <a:cubicBezTo>
                  <a:pt x="1" y="9088"/>
                  <a:pt x="230" y="9318"/>
                  <a:pt x="515" y="9318"/>
                </a:cubicBezTo>
                <a:lnTo>
                  <a:pt x="8803" y="9318"/>
                </a:lnTo>
                <a:cubicBezTo>
                  <a:pt x="9087" y="9318"/>
                  <a:pt x="9318" y="9088"/>
                  <a:pt x="9318" y="8804"/>
                </a:cubicBezTo>
                <a:lnTo>
                  <a:pt x="9318" y="516"/>
                </a:lnTo>
                <a:cubicBezTo>
                  <a:pt x="9318" y="231"/>
                  <a:pt x="9087" y="1"/>
                  <a:pt x="880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8"/>
          <p:cNvSpPr txBox="1"/>
          <p:nvPr>
            <p:ph type="title"/>
          </p:nvPr>
        </p:nvSpPr>
        <p:spPr>
          <a:xfrm>
            <a:off x="4820350" y="2659450"/>
            <a:ext cx="3881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Data</a:t>
            </a:r>
            <a:endParaRPr/>
          </a:p>
        </p:txBody>
      </p:sp>
      <p:sp>
        <p:nvSpPr>
          <p:cNvPr id="460" name="Google Shape;460;p38"/>
          <p:cNvSpPr txBox="1"/>
          <p:nvPr>
            <p:ph idx="2" type="title"/>
          </p:nvPr>
        </p:nvSpPr>
        <p:spPr>
          <a:xfrm>
            <a:off x="4820350" y="887025"/>
            <a:ext cx="31854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461" name="Google Shape;461;p38"/>
          <p:cNvGrpSpPr/>
          <p:nvPr/>
        </p:nvGrpSpPr>
        <p:grpSpPr>
          <a:xfrm>
            <a:off x="5196100" y="1779225"/>
            <a:ext cx="2433900" cy="179100"/>
            <a:chOff x="5196100" y="2297550"/>
            <a:chExt cx="2433900" cy="179100"/>
          </a:xfrm>
        </p:grpSpPr>
        <p:sp>
          <p:nvSpPr>
            <p:cNvPr id="462" name="Google Shape;462;p38"/>
            <p:cNvSpPr/>
            <p:nvPr/>
          </p:nvSpPr>
          <p:spPr>
            <a:xfrm>
              <a:off x="51961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8"/>
            <p:cNvSpPr/>
            <p:nvPr/>
          </p:nvSpPr>
          <p:spPr>
            <a:xfrm>
              <a:off x="74509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Sources</a:t>
            </a:r>
            <a:endParaRPr/>
          </a:p>
        </p:txBody>
      </p:sp>
      <p:sp>
        <p:nvSpPr>
          <p:cNvPr id="469" name="Google Shape;469;p39"/>
          <p:cNvSpPr txBox="1"/>
          <p:nvPr>
            <p:ph idx="1" type="subTitle"/>
          </p:nvPr>
        </p:nvSpPr>
        <p:spPr>
          <a:xfrm>
            <a:off x="720025" y="3250925"/>
            <a:ext cx="25848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1,883 unique openings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ECO codes + win rates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Used for </a:t>
            </a:r>
            <a:r>
              <a:rPr lang="en"/>
              <a:t>classifying openings and </a:t>
            </a:r>
            <a:r>
              <a:rPr lang="en"/>
              <a:t>model training 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Kaggle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9"/>
          <p:cNvSpPr txBox="1"/>
          <p:nvPr>
            <p:ph idx="2" type="subTitle"/>
          </p:nvPr>
        </p:nvSpPr>
        <p:spPr>
          <a:xfrm>
            <a:off x="719988" y="2716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Openings.csv</a:t>
            </a:r>
            <a:endParaRPr/>
          </a:p>
        </p:txBody>
      </p:sp>
      <p:sp>
        <p:nvSpPr>
          <p:cNvPr id="471" name="Google Shape;471;p39"/>
          <p:cNvSpPr txBox="1"/>
          <p:nvPr>
            <p:ph idx="3" type="subTitle"/>
          </p:nvPr>
        </p:nvSpPr>
        <p:spPr>
          <a:xfrm>
            <a:off x="3230250" y="3250925"/>
            <a:ext cx="2823900" cy="10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User’s latest games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Live </a:t>
            </a:r>
            <a:r>
              <a:rPr lang="en"/>
              <a:t>ratings</a:t>
            </a:r>
            <a:r>
              <a:rPr lang="en"/>
              <a:t> + stats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Used for personalised analysis</a:t>
            </a:r>
            <a:endParaRPr/>
          </a:p>
        </p:txBody>
      </p:sp>
      <p:sp>
        <p:nvSpPr>
          <p:cNvPr id="472" name="Google Shape;472;p39"/>
          <p:cNvSpPr txBox="1"/>
          <p:nvPr>
            <p:ph idx="4" type="subTitle"/>
          </p:nvPr>
        </p:nvSpPr>
        <p:spPr>
          <a:xfrm>
            <a:off x="3386981" y="2716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Chess.com API</a:t>
            </a:r>
            <a:endParaRPr/>
          </a:p>
        </p:txBody>
      </p:sp>
      <p:sp>
        <p:nvSpPr>
          <p:cNvPr id="473" name="Google Shape;473;p39"/>
          <p:cNvSpPr txBox="1"/>
          <p:nvPr>
            <p:ph idx="5" type="subTitle"/>
          </p:nvPr>
        </p:nvSpPr>
        <p:spPr>
          <a:xfrm>
            <a:off x="6054025" y="3250925"/>
            <a:ext cx="2692500" cy="13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40,000 real </a:t>
            </a:r>
            <a:r>
              <a:rPr lang="en"/>
              <a:t>world </a:t>
            </a:r>
            <a:r>
              <a:rPr lang="en"/>
              <a:t>games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Moves + outcomes + ratings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Used for model training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Kaggle</a:t>
            </a:r>
            <a:r>
              <a:rPr lang="en"/>
              <a:t> </a:t>
            </a:r>
            <a:endParaRPr/>
          </a:p>
        </p:txBody>
      </p:sp>
      <p:sp>
        <p:nvSpPr>
          <p:cNvPr id="474" name="Google Shape;474;p39"/>
          <p:cNvSpPr txBox="1"/>
          <p:nvPr>
            <p:ph idx="6" type="subTitle"/>
          </p:nvPr>
        </p:nvSpPr>
        <p:spPr>
          <a:xfrm>
            <a:off x="6053975" y="2716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Games.csv</a:t>
            </a:r>
            <a:endParaRPr/>
          </a:p>
        </p:txBody>
      </p:sp>
      <p:sp>
        <p:nvSpPr>
          <p:cNvPr id="475" name="Google Shape;475;p39"/>
          <p:cNvSpPr/>
          <p:nvPr/>
        </p:nvSpPr>
        <p:spPr>
          <a:xfrm>
            <a:off x="1417950" y="1434375"/>
            <a:ext cx="974100" cy="97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9"/>
          <p:cNvSpPr/>
          <p:nvPr/>
        </p:nvSpPr>
        <p:spPr>
          <a:xfrm>
            <a:off x="4084925" y="1434375"/>
            <a:ext cx="974100" cy="9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9"/>
          <p:cNvSpPr/>
          <p:nvPr/>
        </p:nvSpPr>
        <p:spPr>
          <a:xfrm>
            <a:off x="6751900" y="1434375"/>
            <a:ext cx="974100" cy="97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9"/>
          <p:cNvSpPr/>
          <p:nvPr/>
        </p:nvSpPr>
        <p:spPr>
          <a:xfrm>
            <a:off x="1693834" y="1760942"/>
            <a:ext cx="422332" cy="320967"/>
          </a:xfrm>
          <a:custGeom>
            <a:rect b="b" l="l" r="r" t="t"/>
            <a:pathLst>
              <a:path extrusionOk="0" h="8790" w="11566">
                <a:moveTo>
                  <a:pt x="8884" y="5187"/>
                </a:moveTo>
                <a:cubicBezTo>
                  <a:pt x="9521" y="5187"/>
                  <a:pt x="10036" y="5702"/>
                  <a:pt x="10036" y="6325"/>
                </a:cubicBezTo>
                <a:cubicBezTo>
                  <a:pt x="10036" y="6962"/>
                  <a:pt x="9521" y="7476"/>
                  <a:pt x="8884" y="7476"/>
                </a:cubicBezTo>
                <a:cubicBezTo>
                  <a:pt x="8261" y="7476"/>
                  <a:pt x="7746" y="6962"/>
                  <a:pt x="7746" y="6325"/>
                </a:cubicBezTo>
                <a:cubicBezTo>
                  <a:pt x="7746" y="5702"/>
                  <a:pt x="8261" y="5187"/>
                  <a:pt x="8884" y="5187"/>
                </a:cubicBezTo>
                <a:close/>
                <a:moveTo>
                  <a:pt x="2425" y="5025"/>
                </a:moveTo>
                <a:cubicBezTo>
                  <a:pt x="2668" y="5025"/>
                  <a:pt x="2871" y="5214"/>
                  <a:pt x="2871" y="5458"/>
                </a:cubicBezTo>
                <a:lnTo>
                  <a:pt x="2871" y="5891"/>
                </a:lnTo>
                <a:lnTo>
                  <a:pt x="3291" y="5891"/>
                </a:lnTo>
                <a:cubicBezTo>
                  <a:pt x="3535" y="5891"/>
                  <a:pt x="3738" y="6081"/>
                  <a:pt x="3738" y="6325"/>
                </a:cubicBezTo>
                <a:cubicBezTo>
                  <a:pt x="3738" y="6569"/>
                  <a:pt x="3535" y="6772"/>
                  <a:pt x="3291" y="6772"/>
                </a:cubicBezTo>
                <a:lnTo>
                  <a:pt x="2871" y="6772"/>
                </a:lnTo>
                <a:lnTo>
                  <a:pt x="2871" y="7192"/>
                </a:lnTo>
                <a:cubicBezTo>
                  <a:pt x="2871" y="7435"/>
                  <a:pt x="2668" y="7639"/>
                  <a:pt x="2425" y="7639"/>
                </a:cubicBezTo>
                <a:cubicBezTo>
                  <a:pt x="2181" y="7639"/>
                  <a:pt x="1977" y="7435"/>
                  <a:pt x="1977" y="7192"/>
                </a:cubicBezTo>
                <a:lnTo>
                  <a:pt x="1977" y="6772"/>
                </a:lnTo>
                <a:lnTo>
                  <a:pt x="1558" y="6772"/>
                </a:lnTo>
                <a:cubicBezTo>
                  <a:pt x="1314" y="6772"/>
                  <a:pt x="1111" y="6569"/>
                  <a:pt x="1111" y="6325"/>
                </a:cubicBezTo>
                <a:cubicBezTo>
                  <a:pt x="1111" y="6081"/>
                  <a:pt x="1314" y="5891"/>
                  <a:pt x="1558" y="5891"/>
                </a:cubicBezTo>
                <a:lnTo>
                  <a:pt x="1977" y="5891"/>
                </a:lnTo>
                <a:lnTo>
                  <a:pt x="1977" y="5458"/>
                </a:lnTo>
                <a:cubicBezTo>
                  <a:pt x="1977" y="5214"/>
                  <a:pt x="2181" y="5025"/>
                  <a:pt x="2425" y="5025"/>
                </a:cubicBezTo>
                <a:close/>
                <a:moveTo>
                  <a:pt x="7246" y="0"/>
                </a:moveTo>
                <a:cubicBezTo>
                  <a:pt x="7237" y="0"/>
                  <a:pt x="7228" y="0"/>
                  <a:pt x="7219" y="1"/>
                </a:cubicBezTo>
                <a:cubicBezTo>
                  <a:pt x="6975" y="14"/>
                  <a:pt x="6785" y="218"/>
                  <a:pt x="6785" y="461"/>
                </a:cubicBezTo>
                <a:lnTo>
                  <a:pt x="6813" y="962"/>
                </a:lnTo>
                <a:lnTo>
                  <a:pt x="6148" y="962"/>
                </a:lnTo>
                <a:cubicBezTo>
                  <a:pt x="5688" y="962"/>
                  <a:pt x="5309" y="1341"/>
                  <a:pt x="5309" y="1802"/>
                </a:cubicBezTo>
                <a:lnTo>
                  <a:pt x="5309" y="3860"/>
                </a:lnTo>
                <a:lnTo>
                  <a:pt x="4375" y="3860"/>
                </a:lnTo>
                <a:cubicBezTo>
                  <a:pt x="4321" y="3481"/>
                  <a:pt x="3996" y="3197"/>
                  <a:pt x="3602" y="3197"/>
                </a:cubicBezTo>
                <a:lnTo>
                  <a:pt x="3075" y="3197"/>
                </a:lnTo>
                <a:cubicBezTo>
                  <a:pt x="2681" y="3197"/>
                  <a:pt x="2356" y="3495"/>
                  <a:pt x="2302" y="3860"/>
                </a:cubicBezTo>
                <a:cubicBezTo>
                  <a:pt x="1016" y="3955"/>
                  <a:pt x="0" y="5025"/>
                  <a:pt x="0" y="6325"/>
                </a:cubicBezTo>
                <a:cubicBezTo>
                  <a:pt x="0" y="7693"/>
                  <a:pt x="1098" y="8790"/>
                  <a:pt x="2465" y="8790"/>
                </a:cubicBezTo>
                <a:lnTo>
                  <a:pt x="9088" y="8790"/>
                </a:lnTo>
                <a:cubicBezTo>
                  <a:pt x="10455" y="8790"/>
                  <a:pt x="11566" y="7693"/>
                  <a:pt x="11566" y="6325"/>
                </a:cubicBezTo>
                <a:cubicBezTo>
                  <a:pt x="11566" y="5025"/>
                  <a:pt x="10536" y="3955"/>
                  <a:pt x="9250" y="3860"/>
                </a:cubicBezTo>
                <a:cubicBezTo>
                  <a:pt x="9196" y="3495"/>
                  <a:pt x="8871" y="3197"/>
                  <a:pt x="8478" y="3197"/>
                </a:cubicBezTo>
                <a:lnTo>
                  <a:pt x="7950" y="3197"/>
                </a:lnTo>
                <a:cubicBezTo>
                  <a:pt x="7557" y="3197"/>
                  <a:pt x="7232" y="3481"/>
                  <a:pt x="7178" y="3860"/>
                </a:cubicBezTo>
                <a:lnTo>
                  <a:pt x="6203" y="3860"/>
                </a:lnTo>
                <a:lnTo>
                  <a:pt x="6203" y="1870"/>
                </a:lnTo>
                <a:lnTo>
                  <a:pt x="6894" y="1870"/>
                </a:lnTo>
                <a:cubicBezTo>
                  <a:pt x="7110" y="1870"/>
                  <a:pt x="7327" y="1774"/>
                  <a:pt x="7476" y="1612"/>
                </a:cubicBezTo>
                <a:cubicBezTo>
                  <a:pt x="7638" y="1449"/>
                  <a:pt x="7719" y="1233"/>
                  <a:pt x="7706" y="1016"/>
                </a:cubicBezTo>
                <a:lnTo>
                  <a:pt x="7692" y="434"/>
                </a:lnTo>
                <a:cubicBezTo>
                  <a:pt x="7680" y="185"/>
                  <a:pt x="7490" y="0"/>
                  <a:pt x="72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9" name="Google Shape;479;p39"/>
          <p:cNvGrpSpPr/>
          <p:nvPr/>
        </p:nvGrpSpPr>
        <p:grpSpPr>
          <a:xfrm>
            <a:off x="4395165" y="1744615"/>
            <a:ext cx="353621" cy="353621"/>
            <a:chOff x="2669290" y="3199016"/>
            <a:chExt cx="309380" cy="309380"/>
          </a:xfrm>
        </p:grpSpPr>
        <p:sp>
          <p:nvSpPr>
            <p:cNvPr id="480" name="Google Shape;480;p39"/>
            <p:cNvSpPr/>
            <p:nvPr/>
          </p:nvSpPr>
          <p:spPr>
            <a:xfrm>
              <a:off x="2764050" y="3310644"/>
              <a:ext cx="119899" cy="95235"/>
            </a:xfrm>
            <a:custGeom>
              <a:rect b="b" l="l" r="r" t="t"/>
              <a:pathLst>
                <a:path extrusionOk="0" h="2981" w="3753">
                  <a:moveTo>
                    <a:pt x="1883" y="1"/>
                  </a:moveTo>
                  <a:lnTo>
                    <a:pt x="0" y="2980"/>
                  </a:lnTo>
                  <a:lnTo>
                    <a:pt x="3752" y="2980"/>
                  </a:lnTo>
                  <a:lnTo>
                    <a:pt x="18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9"/>
            <p:cNvSpPr/>
            <p:nvPr/>
          </p:nvSpPr>
          <p:spPr>
            <a:xfrm>
              <a:off x="2669290" y="3199016"/>
              <a:ext cx="309380" cy="309380"/>
            </a:xfrm>
            <a:custGeom>
              <a:rect b="b" l="l" r="r" t="t"/>
              <a:pathLst>
                <a:path extrusionOk="0" h="9684" w="9684">
                  <a:moveTo>
                    <a:pt x="4849" y="1774"/>
                  </a:moveTo>
                  <a:cubicBezTo>
                    <a:pt x="5120" y="1774"/>
                    <a:pt x="5364" y="1924"/>
                    <a:pt x="5526" y="2167"/>
                  </a:cubicBezTo>
                  <a:lnTo>
                    <a:pt x="8289" y="6555"/>
                  </a:lnTo>
                  <a:cubicBezTo>
                    <a:pt x="8452" y="6812"/>
                    <a:pt x="8465" y="7110"/>
                    <a:pt x="8329" y="7354"/>
                  </a:cubicBezTo>
                  <a:cubicBezTo>
                    <a:pt x="8194" y="7612"/>
                    <a:pt x="7923" y="7760"/>
                    <a:pt x="7625" y="7760"/>
                  </a:cubicBezTo>
                  <a:lnTo>
                    <a:pt x="2059" y="7760"/>
                  </a:lnTo>
                  <a:cubicBezTo>
                    <a:pt x="1762" y="7760"/>
                    <a:pt x="1504" y="7612"/>
                    <a:pt x="1368" y="7354"/>
                  </a:cubicBezTo>
                  <a:cubicBezTo>
                    <a:pt x="1220" y="7110"/>
                    <a:pt x="1247" y="6812"/>
                    <a:pt x="1395" y="6555"/>
                  </a:cubicBezTo>
                  <a:lnTo>
                    <a:pt x="4158" y="2167"/>
                  </a:lnTo>
                  <a:cubicBezTo>
                    <a:pt x="4321" y="1924"/>
                    <a:pt x="4578" y="1774"/>
                    <a:pt x="4849" y="1774"/>
                  </a:cubicBezTo>
                  <a:close/>
                  <a:moveTo>
                    <a:pt x="2574" y="1"/>
                  </a:moveTo>
                  <a:cubicBezTo>
                    <a:pt x="1152" y="1"/>
                    <a:pt x="1" y="1151"/>
                    <a:pt x="1" y="2574"/>
                  </a:cubicBezTo>
                  <a:lnTo>
                    <a:pt x="1" y="7110"/>
                  </a:lnTo>
                  <a:cubicBezTo>
                    <a:pt x="1" y="8533"/>
                    <a:pt x="1152" y="9683"/>
                    <a:pt x="2574" y="9683"/>
                  </a:cubicBezTo>
                  <a:lnTo>
                    <a:pt x="7110" y="9683"/>
                  </a:lnTo>
                  <a:cubicBezTo>
                    <a:pt x="8533" y="9683"/>
                    <a:pt x="9684" y="8533"/>
                    <a:pt x="9684" y="7110"/>
                  </a:cubicBezTo>
                  <a:lnTo>
                    <a:pt x="9684" y="2574"/>
                  </a:lnTo>
                  <a:cubicBezTo>
                    <a:pt x="9684" y="1151"/>
                    <a:pt x="8533" y="1"/>
                    <a:pt x="7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2" name="Google Shape;482;p39"/>
          <p:cNvSpPr/>
          <p:nvPr/>
        </p:nvSpPr>
        <p:spPr>
          <a:xfrm>
            <a:off x="7105670" y="1715207"/>
            <a:ext cx="266560" cy="412437"/>
          </a:xfrm>
          <a:custGeom>
            <a:rect b="b" l="l" r="r" t="t"/>
            <a:pathLst>
              <a:path extrusionOk="0" h="11295" w="7300">
                <a:moveTo>
                  <a:pt x="3657" y="5146"/>
                </a:moveTo>
                <a:cubicBezTo>
                  <a:pt x="3833" y="5146"/>
                  <a:pt x="3982" y="5296"/>
                  <a:pt x="3982" y="5471"/>
                </a:cubicBezTo>
                <a:lnTo>
                  <a:pt x="3982" y="5756"/>
                </a:lnTo>
                <a:lnTo>
                  <a:pt x="4266" y="5756"/>
                </a:lnTo>
                <a:cubicBezTo>
                  <a:pt x="4443" y="5756"/>
                  <a:pt x="4591" y="5905"/>
                  <a:pt x="4591" y="6094"/>
                </a:cubicBezTo>
                <a:cubicBezTo>
                  <a:pt x="4591" y="6271"/>
                  <a:pt x="4443" y="6419"/>
                  <a:pt x="4266" y="6419"/>
                </a:cubicBezTo>
                <a:lnTo>
                  <a:pt x="3982" y="6419"/>
                </a:lnTo>
                <a:lnTo>
                  <a:pt x="3982" y="6704"/>
                </a:lnTo>
                <a:cubicBezTo>
                  <a:pt x="3982" y="6880"/>
                  <a:pt x="3833" y="7029"/>
                  <a:pt x="3657" y="7029"/>
                </a:cubicBezTo>
                <a:cubicBezTo>
                  <a:pt x="3468" y="7029"/>
                  <a:pt x="3318" y="6880"/>
                  <a:pt x="3318" y="6704"/>
                </a:cubicBezTo>
                <a:lnTo>
                  <a:pt x="3318" y="6419"/>
                </a:lnTo>
                <a:lnTo>
                  <a:pt x="3034" y="6419"/>
                </a:lnTo>
                <a:cubicBezTo>
                  <a:pt x="2858" y="6419"/>
                  <a:pt x="2709" y="6271"/>
                  <a:pt x="2709" y="6094"/>
                </a:cubicBezTo>
                <a:cubicBezTo>
                  <a:pt x="2709" y="5905"/>
                  <a:pt x="2858" y="5756"/>
                  <a:pt x="3034" y="5756"/>
                </a:cubicBezTo>
                <a:lnTo>
                  <a:pt x="3318" y="5756"/>
                </a:lnTo>
                <a:lnTo>
                  <a:pt x="3318" y="5471"/>
                </a:lnTo>
                <a:cubicBezTo>
                  <a:pt x="3318" y="5296"/>
                  <a:pt x="3468" y="5146"/>
                  <a:pt x="3657" y="5146"/>
                </a:cubicBezTo>
                <a:close/>
                <a:moveTo>
                  <a:pt x="3657" y="7584"/>
                </a:moveTo>
                <a:cubicBezTo>
                  <a:pt x="3995" y="7584"/>
                  <a:pt x="4280" y="7869"/>
                  <a:pt x="4280" y="8221"/>
                </a:cubicBezTo>
                <a:cubicBezTo>
                  <a:pt x="4280" y="8559"/>
                  <a:pt x="3995" y="8844"/>
                  <a:pt x="3657" y="8844"/>
                </a:cubicBezTo>
                <a:cubicBezTo>
                  <a:pt x="3305" y="8844"/>
                  <a:pt x="3020" y="8559"/>
                  <a:pt x="3020" y="8221"/>
                </a:cubicBezTo>
                <a:cubicBezTo>
                  <a:pt x="3020" y="7869"/>
                  <a:pt x="3305" y="7584"/>
                  <a:pt x="3657" y="7584"/>
                </a:cubicBezTo>
                <a:close/>
                <a:moveTo>
                  <a:pt x="3643" y="0"/>
                </a:moveTo>
                <a:cubicBezTo>
                  <a:pt x="2560" y="0"/>
                  <a:pt x="1666" y="894"/>
                  <a:pt x="1666" y="1977"/>
                </a:cubicBezTo>
                <a:cubicBezTo>
                  <a:pt x="1666" y="2763"/>
                  <a:pt x="2126" y="3440"/>
                  <a:pt x="2776" y="3765"/>
                </a:cubicBezTo>
                <a:lnTo>
                  <a:pt x="2776" y="4402"/>
                </a:lnTo>
                <a:cubicBezTo>
                  <a:pt x="2289" y="4686"/>
                  <a:pt x="1964" y="5228"/>
                  <a:pt x="1964" y="5838"/>
                </a:cubicBezTo>
                <a:lnTo>
                  <a:pt x="1964" y="9657"/>
                </a:lnTo>
                <a:lnTo>
                  <a:pt x="826" y="9657"/>
                </a:lnTo>
                <a:cubicBezTo>
                  <a:pt x="366" y="9657"/>
                  <a:pt x="1" y="10022"/>
                  <a:pt x="1" y="10469"/>
                </a:cubicBezTo>
                <a:cubicBezTo>
                  <a:pt x="1" y="10930"/>
                  <a:pt x="366" y="11295"/>
                  <a:pt x="826" y="11295"/>
                </a:cubicBezTo>
                <a:lnTo>
                  <a:pt x="6474" y="11295"/>
                </a:lnTo>
                <a:cubicBezTo>
                  <a:pt x="6935" y="11295"/>
                  <a:pt x="7300" y="10930"/>
                  <a:pt x="7300" y="10469"/>
                </a:cubicBezTo>
                <a:cubicBezTo>
                  <a:pt x="7300" y="10022"/>
                  <a:pt x="6935" y="9657"/>
                  <a:pt x="6474" y="9657"/>
                </a:cubicBezTo>
                <a:lnTo>
                  <a:pt x="5337" y="9657"/>
                </a:lnTo>
                <a:lnTo>
                  <a:pt x="5337" y="5838"/>
                </a:lnTo>
                <a:cubicBezTo>
                  <a:pt x="5337" y="5242"/>
                  <a:pt x="5025" y="4713"/>
                  <a:pt x="4551" y="4415"/>
                </a:cubicBezTo>
                <a:lnTo>
                  <a:pt x="4551" y="3738"/>
                </a:lnTo>
                <a:cubicBezTo>
                  <a:pt x="5187" y="3413"/>
                  <a:pt x="5635" y="2750"/>
                  <a:pt x="5635" y="1977"/>
                </a:cubicBezTo>
                <a:cubicBezTo>
                  <a:pt x="5635" y="894"/>
                  <a:pt x="4741" y="0"/>
                  <a:pt x="364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3" name="Google Shape;483;p39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484" name="Google Shape;484;p39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9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0"/>
          <p:cNvSpPr txBox="1"/>
          <p:nvPr>
            <p:ph type="title"/>
          </p:nvPr>
        </p:nvSpPr>
        <p:spPr>
          <a:xfrm>
            <a:off x="537575" y="417275"/>
            <a:ext cx="3742200" cy="12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 - Most Common First Move</a:t>
            </a:r>
            <a:endParaRPr/>
          </a:p>
        </p:txBody>
      </p:sp>
      <p:pic>
        <p:nvPicPr>
          <p:cNvPr id="491" name="Google Shape;49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9950" y="415939"/>
            <a:ext cx="4055325" cy="22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9950" y="2635275"/>
            <a:ext cx="4055326" cy="209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16250" y="1578075"/>
            <a:ext cx="1442125" cy="1438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5550" y="1578075"/>
            <a:ext cx="1442125" cy="144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5550" y="3182378"/>
            <a:ext cx="1442125" cy="144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16250" y="3182594"/>
            <a:ext cx="1442125" cy="1438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67375" y="1578075"/>
            <a:ext cx="1442125" cy="1438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67375" y="3182594"/>
            <a:ext cx="1442125" cy="14383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9" name="Google Shape;499;p40"/>
          <p:cNvCxnSpPr/>
          <p:nvPr/>
        </p:nvCxnSpPr>
        <p:spPr>
          <a:xfrm>
            <a:off x="686963" y="3091013"/>
            <a:ext cx="3634200" cy="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 – Most Popular Openings Played</a:t>
            </a:r>
            <a:endParaRPr/>
          </a:p>
        </p:txBody>
      </p:sp>
      <p:graphicFrame>
        <p:nvGraphicFramePr>
          <p:cNvPr id="505" name="Google Shape;505;p41"/>
          <p:cNvGraphicFramePr/>
          <p:nvPr/>
        </p:nvGraphicFramePr>
        <p:xfrm>
          <a:off x="538800" y="1437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{66F95C39-DFB8-4C77-9495-F43BB7AB1934}</a:tableStyleId>
              </a:tblPr>
              <a:tblGrid>
                <a:gridCol w="2481075"/>
                <a:gridCol w="1259925"/>
              </a:tblGrid>
              <a:tr h="495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2"/>
                          </a:solidFill>
                          <a:latin typeface="Oranienbaum"/>
                          <a:ea typeface="Oranienbaum"/>
                          <a:cs typeface="Oranienbaum"/>
                          <a:sym typeface="Oranienbaum"/>
                        </a:rPr>
                        <a:t>Opening Name</a:t>
                      </a:r>
                      <a:endParaRPr b="1" sz="16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2"/>
                          </a:solidFill>
                          <a:latin typeface="Oranienbaum"/>
                          <a:ea typeface="Oranienbaum"/>
                          <a:cs typeface="Oranienbaum"/>
                          <a:sym typeface="Oranienbaum"/>
                        </a:rPr>
                        <a:t>Number of Games</a:t>
                      </a:r>
                      <a:r>
                        <a:rPr b="1" lang="en" sz="1600">
                          <a:solidFill>
                            <a:schemeClr val="lt2"/>
                          </a:solidFill>
                          <a:latin typeface="Oranienbaum"/>
                          <a:ea typeface="Oranienbaum"/>
                          <a:cs typeface="Oranienbaum"/>
                          <a:sym typeface="Oranienbaum"/>
                        </a:rPr>
                        <a:t>: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Sicilian Defense, Closed</a:t>
                      </a:r>
                      <a:endParaRPr sz="1600"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32,617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Sicilian Defense, Najdorf</a:t>
                      </a:r>
                      <a:endParaRPr sz="1600"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28,415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Sicilian Defense, Alapin</a:t>
                      </a:r>
                      <a:endParaRPr sz="1600"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20,979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Sicilian Defense, Paulsen</a:t>
                      </a:r>
                      <a:endParaRPr sz="1600"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20,045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Zukertort Opening, Sicilian Invitation</a:t>
                      </a:r>
                      <a:endParaRPr sz="1600"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19,885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06" name="Google Shape;50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7150" y="1518788"/>
            <a:ext cx="4127075" cy="288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2"/>
          <p:cNvSpPr txBox="1"/>
          <p:nvPr>
            <p:ph type="title"/>
          </p:nvPr>
        </p:nvSpPr>
        <p:spPr>
          <a:xfrm>
            <a:off x="720000" y="3373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Playstyle Categories</a:t>
            </a:r>
            <a:endParaRPr sz="3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2"/>
          <p:cNvSpPr txBox="1"/>
          <p:nvPr>
            <p:ph idx="1" type="subTitle"/>
          </p:nvPr>
        </p:nvSpPr>
        <p:spPr>
          <a:xfrm>
            <a:off x="720006" y="39955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Controls the center from a distance, invites opponent forward.</a:t>
            </a:r>
            <a:endParaRPr/>
          </a:p>
        </p:txBody>
      </p:sp>
      <p:sp>
        <p:nvSpPr>
          <p:cNvPr id="513" name="Google Shape;513;p42"/>
          <p:cNvSpPr txBox="1"/>
          <p:nvPr>
            <p:ph idx="2" type="subTitle"/>
          </p:nvPr>
        </p:nvSpPr>
        <p:spPr>
          <a:xfrm>
            <a:off x="720006" y="3615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Hypermodern</a:t>
            </a:r>
            <a:endParaRPr/>
          </a:p>
        </p:txBody>
      </p:sp>
      <p:sp>
        <p:nvSpPr>
          <p:cNvPr id="514" name="Google Shape;514;p42"/>
          <p:cNvSpPr txBox="1"/>
          <p:nvPr>
            <p:ph idx="3" type="subTitle"/>
          </p:nvPr>
        </p:nvSpPr>
        <p:spPr>
          <a:xfrm>
            <a:off x="3386996" y="39955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Solid, traditional structure focusing on direct central control.</a:t>
            </a:r>
            <a:endParaRPr/>
          </a:p>
        </p:txBody>
      </p:sp>
      <p:sp>
        <p:nvSpPr>
          <p:cNvPr id="515" name="Google Shape;515;p42"/>
          <p:cNvSpPr txBox="1"/>
          <p:nvPr>
            <p:ph idx="4" type="subTitle"/>
          </p:nvPr>
        </p:nvSpPr>
        <p:spPr>
          <a:xfrm>
            <a:off x="3386996" y="3615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</a:t>
            </a:r>
            <a:endParaRPr/>
          </a:p>
        </p:txBody>
      </p:sp>
      <p:sp>
        <p:nvSpPr>
          <p:cNvPr id="516" name="Google Shape;516;p42"/>
          <p:cNvSpPr txBox="1"/>
          <p:nvPr>
            <p:ph idx="5" type="subTitle"/>
          </p:nvPr>
        </p:nvSpPr>
        <p:spPr>
          <a:xfrm>
            <a:off x="6053998" y="39955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Highly risky, forcing lines, thrives on complications.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2"/>
          <p:cNvSpPr txBox="1"/>
          <p:nvPr>
            <p:ph idx="6" type="subTitle"/>
          </p:nvPr>
        </p:nvSpPr>
        <p:spPr>
          <a:xfrm>
            <a:off x="6053998" y="36153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Sharp</a:t>
            </a:r>
            <a:endParaRPr/>
          </a:p>
        </p:txBody>
      </p:sp>
      <p:sp>
        <p:nvSpPr>
          <p:cNvPr id="518" name="Google Shape;518;p42"/>
          <p:cNvSpPr txBox="1"/>
          <p:nvPr>
            <p:ph idx="7" type="subTitle"/>
          </p:nvPr>
        </p:nvSpPr>
        <p:spPr>
          <a:xfrm>
            <a:off x="720006" y="21678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Aggressive, sharp play focusing on short-term combinations.</a:t>
            </a:r>
            <a:endParaRPr/>
          </a:p>
        </p:txBody>
      </p:sp>
      <p:sp>
        <p:nvSpPr>
          <p:cNvPr id="519" name="Google Shape;519;p42"/>
          <p:cNvSpPr txBox="1"/>
          <p:nvPr>
            <p:ph idx="8" type="subTitle"/>
          </p:nvPr>
        </p:nvSpPr>
        <p:spPr>
          <a:xfrm>
            <a:off x="720006" y="17876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Tactical</a:t>
            </a:r>
            <a:endParaRPr/>
          </a:p>
        </p:txBody>
      </p:sp>
      <p:sp>
        <p:nvSpPr>
          <p:cNvPr id="520" name="Google Shape;520;p42"/>
          <p:cNvSpPr txBox="1"/>
          <p:nvPr>
            <p:ph idx="9" type="subTitle"/>
          </p:nvPr>
        </p:nvSpPr>
        <p:spPr>
          <a:xfrm>
            <a:off x="3386996" y="21678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Slow, strategic buildup and long-term planning.</a:t>
            </a:r>
            <a:endParaRPr/>
          </a:p>
        </p:txBody>
      </p:sp>
      <p:sp>
        <p:nvSpPr>
          <p:cNvPr id="521" name="Google Shape;521;p42"/>
          <p:cNvSpPr txBox="1"/>
          <p:nvPr>
            <p:ph idx="13" type="subTitle"/>
          </p:nvPr>
        </p:nvSpPr>
        <p:spPr>
          <a:xfrm>
            <a:off x="3386996" y="17876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</a:t>
            </a:r>
            <a:endParaRPr/>
          </a:p>
        </p:txBody>
      </p:sp>
      <p:sp>
        <p:nvSpPr>
          <p:cNvPr id="522" name="Google Shape;522;p42"/>
          <p:cNvSpPr txBox="1"/>
          <p:nvPr>
            <p:ph idx="14" type="subTitle"/>
          </p:nvPr>
        </p:nvSpPr>
        <p:spPr>
          <a:xfrm>
            <a:off x="6053998" y="2167850"/>
            <a:ext cx="23700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Mix of tactics and position; flexible and unpredictable</a:t>
            </a:r>
            <a:endParaRPr/>
          </a:p>
        </p:txBody>
      </p:sp>
      <p:sp>
        <p:nvSpPr>
          <p:cNvPr id="523" name="Google Shape;523;p42"/>
          <p:cNvSpPr txBox="1"/>
          <p:nvPr>
            <p:ph idx="15" type="subTitle"/>
          </p:nvPr>
        </p:nvSpPr>
        <p:spPr>
          <a:xfrm>
            <a:off x="6053998" y="1787625"/>
            <a:ext cx="2370000" cy="5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</a:t>
            </a:r>
            <a:endParaRPr/>
          </a:p>
        </p:txBody>
      </p:sp>
      <p:sp>
        <p:nvSpPr>
          <p:cNvPr id="524" name="Google Shape;524;p42"/>
          <p:cNvSpPr/>
          <p:nvPr/>
        </p:nvSpPr>
        <p:spPr>
          <a:xfrm>
            <a:off x="1637706" y="1182275"/>
            <a:ext cx="534600" cy="534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2"/>
          <p:cNvSpPr/>
          <p:nvPr/>
        </p:nvSpPr>
        <p:spPr>
          <a:xfrm>
            <a:off x="4304696" y="1182275"/>
            <a:ext cx="534600" cy="53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2"/>
          <p:cNvSpPr/>
          <p:nvPr/>
        </p:nvSpPr>
        <p:spPr>
          <a:xfrm>
            <a:off x="6971698" y="1182275"/>
            <a:ext cx="534600" cy="534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2"/>
          <p:cNvSpPr/>
          <p:nvPr/>
        </p:nvSpPr>
        <p:spPr>
          <a:xfrm>
            <a:off x="1637706" y="3018968"/>
            <a:ext cx="534600" cy="53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2"/>
          <p:cNvSpPr/>
          <p:nvPr/>
        </p:nvSpPr>
        <p:spPr>
          <a:xfrm>
            <a:off x="4304696" y="3018968"/>
            <a:ext cx="534600" cy="534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42"/>
          <p:cNvSpPr/>
          <p:nvPr/>
        </p:nvSpPr>
        <p:spPr>
          <a:xfrm>
            <a:off x="6971698" y="3018968"/>
            <a:ext cx="534600" cy="53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0" name="Google Shape;530;p42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531" name="Google Shape;531;p42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42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3" name="Google Shape;533;p42"/>
          <p:cNvSpPr/>
          <p:nvPr/>
        </p:nvSpPr>
        <p:spPr>
          <a:xfrm>
            <a:off x="1838063" y="1219649"/>
            <a:ext cx="133876" cy="459853"/>
          </a:xfrm>
          <a:custGeom>
            <a:rect b="b" l="l" r="r" t="t"/>
            <a:pathLst>
              <a:path extrusionOk="0" h="11647" w="3806">
                <a:moveTo>
                  <a:pt x="1896" y="0"/>
                </a:moveTo>
                <a:cubicBezTo>
                  <a:pt x="1815" y="0"/>
                  <a:pt x="1720" y="41"/>
                  <a:pt x="1666" y="108"/>
                </a:cubicBezTo>
                <a:lnTo>
                  <a:pt x="298" y="1652"/>
                </a:lnTo>
                <a:cubicBezTo>
                  <a:pt x="203" y="1775"/>
                  <a:pt x="136" y="1977"/>
                  <a:pt x="163" y="2127"/>
                </a:cubicBezTo>
                <a:lnTo>
                  <a:pt x="840" y="7733"/>
                </a:lnTo>
                <a:lnTo>
                  <a:pt x="380" y="7733"/>
                </a:lnTo>
                <a:cubicBezTo>
                  <a:pt x="176" y="7733"/>
                  <a:pt x="0" y="7909"/>
                  <a:pt x="0" y="8126"/>
                </a:cubicBezTo>
                <a:lnTo>
                  <a:pt x="0" y="8613"/>
                </a:lnTo>
                <a:cubicBezTo>
                  <a:pt x="0" y="8830"/>
                  <a:pt x="176" y="9006"/>
                  <a:pt x="380" y="9006"/>
                </a:cubicBezTo>
                <a:lnTo>
                  <a:pt x="1341" y="9006"/>
                </a:lnTo>
                <a:lnTo>
                  <a:pt x="1341" y="9859"/>
                </a:lnTo>
                <a:cubicBezTo>
                  <a:pt x="1084" y="10036"/>
                  <a:pt x="907" y="10334"/>
                  <a:pt x="907" y="10672"/>
                </a:cubicBezTo>
                <a:cubicBezTo>
                  <a:pt x="907" y="11213"/>
                  <a:pt x="1355" y="11647"/>
                  <a:pt x="1896" y="11647"/>
                </a:cubicBezTo>
                <a:cubicBezTo>
                  <a:pt x="2438" y="11647"/>
                  <a:pt x="2884" y="11213"/>
                  <a:pt x="2884" y="10672"/>
                </a:cubicBezTo>
                <a:cubicBezTo>
                  <a:pt x="2884" y="10334"/>
                  <a:pt x="2709" y="10036"/>
                  <a:pt x="2451" y="9859"/>
                </a:cubicBezTo>
                <a:lnTo>
                  <a:pt x="2451" y="9006"/>
                </a:lnTo>
                <a:lnTo>
                  <a:pt x="3413" y="9006"/>
                </a:lnTo>
                <a:cubicBezTo>
                  <a:pt x="3630" y="9006"/>
                  <a:pt x="3805" y="8830"/>
                  <a:pt x="3805" y="8613"/>
                </a:cubicBezTo>
                <a:lnTo>
                  <a:pt x="3805" y="8126"/>
                </a:lnTo>
                <a:cubicBezTo>
                  <a:pt x="3805" y="7909"/>
                  <a:pt x="3630" y="7733"/>
                  <a:pt x="3413" y="7733"/>
                </a:cubicBezTo>
                <a:lnTo>
                  <a:pt x="2966" y="7733"/>
                </a:lnTo>
                <a:lnTo>
                  <a:pt x="3630" y="2127"/>
                </a:lnTo>
                <a:cubicBezTo>
                  <a:pt x="3657" y="1977"/>
                  <a:pt x="3589" y="1775"/>
                  <a:pt x="3494" y="1666"/>
                </a:cubicBezTo>
                <a:lnTo>
                  <a:pt x="2126" y="108"/>
                </a:lnTo>
                <a:cubicBezTo>
                  <a:pt x="2072" y="41"/>
                  <a:pt x="1991" y="0"/>
                  <a:pt x="1896" y="0"/>
                </a:cubicBezTo>
                <a:close/>
              </a:path>
            </a:pathLst>
          </a:custGeom>
          <a:solidFill>
            <a:srgbClr val="F7F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2"/>
          <p:cNvSpPr/>
          <p:nvPr/>
        </p:nvSpPr>
        <p:spPr>
          <a:xfrm>
            <a:off x="4444761" y="3095338"/>
            <a:ext cx="254473" cy="381872"/>
          </a:xfrm>
          <a:custGeom>
            <a:rect b="b" l="l" r="r" t="t"/>
            <a:pathLst>
              <a:path extrusionOk="0" h="10565" w="7788">
                <a:moveTo>
                  <a:pt x="6406" y="8912"/>
                </a:moveTo>
                <a:cubicBezTo>
                  <a:pt x="6650" y="8912"/>
                  <a:pt x="6854" y="9115"/>
                  <a:pt x="6854" y="9358"/>
                </a:cubicBezTo>
                <a:cubicBezTo>
                  <a:pt x="6854" y="9602"/>
                  <a:pt x="6650" y="9806"/>
                  <a:pt x="6406" y="9806"/>
                </a:cubicBezTo>
                <a:lnTo>
                  <a:pt x="5539" y="9806"/>
                </a:lnTo>
                <a:cubicBezTo>
                  <a:pt x="5283" y="9806"/>
                  <a:pt x="5093" y="9602"/>
                  <a:pt x="5093" y="9358"/>
                </a:cubicBezTo>
                <a:cubicBezTo>
                  <a:pt x="5093" y="9115"/>
                  <a:pt x="5283" y="8912"/>
                  <a:pt x="5539" y="8912"/>
                </a:cubicBezTo>
                <a:close/>
                <a:moveTo>
                  <a:pt x="3901" y="1"/>
                </a:moveTo>
                <a:cubicBezTo>
                  <a:pt x="2926" y="1"/>
                  <a:pt x="2141" y="786"/>
                  <a:pt x="2141" y="1747"/>
                </a:cubicBezTo>
                <a:cubicBezTo>
                  <a:pt x="2141" y="2425"/>
                  <a:pt x="2520" y="3007"/>
                  <a:pt x="3075" y="3291"/>
                </a:cubicBezTo>
                <a:lnTo>
                  <a:pt x="3075" y="6312"/>
                </a:lnTo>
                <a:cubicBezTo>
                  <a:pt x="2560" y="6406"/>
                  <a:pt x="2087" y="6569"/>
                  <a:pt x="1693" y="6826"/>
                </a:cubicBezTo>
                <a:cubicBezTo>
                  <a:pt x="1287" y="7070"/>
                  <a:pt x="1003" y="7381"/>
                  <a:pt x="854" y="7720"/>
                </a:cubicBezTo>
                <a:lnTo>
                  <a:pt x="516" y="7720"/>
                </a:lnTo>
                <a:cubicBezTo>
                  <a:pt x="231" y="7720"/>
                  <a:pt x="1" y="7950"/>
                  <a:pt x="1" y="8235"/>
                </a:cubicBezTo>
                <a:lnTo>
                  <a:pt x="1" y="10063"/>
                </a:lnTo>
                <a:cubicBezTo>
                  <a:pt x="1" y="10334"/>
                  <a:pt x="231" y="10564"/>
                  <a:pt x="516" y="10564"/>
                </a:cubicBezTo>
                <a:lnTo>
                  <a:pt x="7273" y="10564"/>
                </a:lnTo>
                <a:cubicBezTo>
                  <a:pt x="7558" y="10564"/>
                  <a:pt x="7788" y="10334"/>
                  <a:pt x="7788" y="10063"/>
                </a:cubicBezTo>
                <a:lnTo>
                  <a:pt x="7788" y="8235"/>
                </a:lnTo>
                <a:cubicBezTo>
                  <a:pt x="7788" y="7950"/>
                  <a:pt x="7558" y="7720"/>
                  <a:pt x="7273" y="7720"/>
                </a:cubicBezTo>
                <a:lnTo>
                  <a:pt x="6935" y="7720"/>
                </a:lnTo>
                <a:cubicBezTo>
                  <a:pt x="6785" y="7381"/>
                  <a:pt x="6501" y="7070"/>
                  <a:pt x="6095" y="6826"/>
                </a:cubicBezTo>
                <a:cubicBezTo>
                  <a:pt x="5702" y="6569"/>
                  <a:pt x="5201" y="6393"/>
                  <a:pt x="4660" y="6312"/>
                </a:cubicBezTo>
                <a:lnTo>
                  <a:pt x="4660" y="3318"/>
                </a:lnTo>
                <a:cubicBezTo>
                  <a:pt x="5241" y="3034"/>
                  <a:pt x="5648" y="2439"/>
                  <a:pt x="5648" y="1747"/>
                </a:cubicBezTo>
                <a:cubicBezTo>
                  <a:pt x="5648" y="786"/>
                  <a:pt x="4862" y="1"/>
                  <a:pt x="390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5" name="Google Shape;535;p42"/>
          <p:cNvGrpSpPr/>
          <p:nvPr/>
        </p:nvGrpSpPr>
        <p:grpSpPr>
          <a:xfrm>
            <a:off x="7140343" y="1223452"/>
            <a:ext cx="197300" cy="452219"/>
            <a:chOff x="6233699" y="2091802"/>
            <a:chExt cx="162709" cy="372964"/>
          </a:xfrm>
        </p:grpSpPr>
        <p:sp>
          <p:nvSpPr>
            <p:cNvPr id="536" name="Google Shape;536;p42"/>
            <p:cNvSpPr/>
            <p:nvPr/>
          </p:nvSpPr>
          <p:spPr>
            <a:xfrm>
              <a:off x="6243636" y="2091802"/>
              <a:ext cx="142805" cy="218521"/>
            </a:xfrm>
            <a:custGeom>
              <a:rect b="b" l="l" r="r" t="t"/>
              <a:pathLst>
                <a:path extrusionOk="0" h="6840" w="4470">
                  <a:moveTo>
                    <a:pt x="2235" y="2411"/>
                  </a:moveTo>
                  <a:cubicBezTo>
                    <a:pt x="2790" y="2411"/>
                    <a:pt x="3250" y="2871"/>
                    <a:pt x="3250" y="3427"/>
                  </a:cubicBezTo>
                  <a:cubicBezTo>
                    <a:pt x="3250" y="3996"/>
                    <a:pt x="2790" y="4442"/>
                    <a:pt x="2235" y="4442"/>
                  </a:cubicBezTo>
                  <a:cubicBezTo>
                    <a:pt x="1666" y="4442"/>
                    <a:pt x="1219" y="3996"/>
                    <a:pt x="1219" y="3427"/>
                  </a:cubicBezTo>
                  <a:cubicBezTo>
                    <a:pt x="1219" y="2871"/>
                    <a:pt x="1666" y="2411"/>
                    <a:pt x="2235" y="2411"/>
                  </a:cubicBezTo>
                  <a:close/>
                  <a:moveTo>
                    <a:pt x="2235" y="0"/>
                  </a:moveTo>
                  <a:cubicBezTo>
                    <a:pt x="2167" y="0"/>
                    <a:pt x="2113" y="27"/>
                    <a:pt x="2059" y="68"/>
                  </a:cubicBezTo>
                  <a:cubicBezTo>
                    <a:pt x="773" y="1111"/>
                    <a:pt x="0" y="2871"/>
                    <a:pt x="0" y="4767"/>
                  </a:cubicBezTo>
                  <a:cubicBezTo>
                    <a:pt x="0" y="5363"/>
                    <a:pt x="177" y="6461"/>
                    <a:pt x="190" y="6515"/>
                  </a:cubicBezTo>
                  <a:cubicBezTo>
                    <a:pt x="217" y="6690"/>
                    <a:pt x="379" y="6840"/>
                    <a:pt x="569" y="6840"/>
                  </a:cubicBezTo>
                  <a:lnTo>
                    <a:pt x="3900" y="6840"/>
                  </a:lnTo>
                  <a:cubicBezTo>
                    <a:pt x="4090" y="6840"/>
                    <a:pt x="4252" y="6690"/>
                    <a:pt x="4280" y="6515"/>
                  </a:cubicBezTo>
                  <a:cubicBezTo>
                    <a:pt x="4294" y="6461"/>
                    <a:pt x="4469" y="5363"/>
                    <a:pt x="4469" y="4767"/>
                  </a:cubicBezTo>
                  <a:cubicBezTo>
                    <a:pt x="4469" y="2871"/>
                    <a:pt x="3698" y="1111"/>
                    <a:pt x="2411" y="68"/>
                  </a:cubicBezTo>
                  <a:cubicBezTo>
                    <a:pt x="2356" y="27"/>
                    <a:pt x="2302" y="0"/>
                    <a:pt x="2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80025" lIns="80025" spcFirstLastPara="1" rIns="80025" wrap="square" tIns="8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42"/>
            <p:cNvSpPr/>
            <p:nvPr/>
          </p:nvSpPr>
          <p:spPr>
            <a:xfrm>
              <a:off x="6233699" y="2332344"/>
              <a:ext cx="162709" cy="132422"/>
            </a:xfrm>
            <a:custGeom>
              <a:rect b="b" l="l" r="r" t="t"/>
              <a:pathLst>
                <a:path extrusionOk="0" h="4145" w="5093">
                  <a:moveTo>
                    <a:pt x="1056" y="1"/>
                  </a:moveTo>
                  <a:cubicBezTo>
                    <a:pt x="907" y="15"/>
                    <a:pt x="704" y="82"/>
                    <a:pt x="582" y="178"/>
                  </a:cubicBezTo>
                  <a:cubicBezTo>
                    <a:pt x="569" y="191"/>
                    <a:pt x="515" y="259"/>
                    <a:pt x="433" y="353"/>
                  </a:cubicBezTo>
                  <a:cubicBezTo>
                    <a:pt x="149" y="665"/>
                    <a:pt x="81" y="828"/>
                    <a:pt x="81" y="855"/>
                  </a:cubicBezTo>
                  <a:cubicBezTo>
                    <a:pt x="27" y="976"/>
                    <a:pt x="0" y="1180"/>
                    <a:pt x="0" y="1315"/>
                  </a:cubicBezTo>
                  <a:lnTo>
                    <a:pt x="0" y="3130"/>
                  </a:lnTo>
                  <a:cubicBezTo>
                    <a:pt x="0" y="3251"/>
                    <a:pt x="13" y="3414"/>
                    <a:pt x="40" y="3509"/>
                  </a:cubicBezTo>
                  <a:lnTo>
                    <a:pt x="54" y="3563"/>
                  </a:lnTo>
                  <a:lnTo>
                    <a:pt x="163" y="3603"/>
                  </a:lnTo>
                  <a:cubicBezTo>
                    <a:pt x="190" y="3617"/>
                    <a:pt x="230" y="3630"/>
                    <a:pt x="257" y="3630"/>
                  </a:cubicBezTo>
                  <a:lnTo>
                    <a:pt x="338" y="3630"/>
                  </a:lnTo>
                  <a:lnTo>
                    <a:pt x="365" y="3603"/>
                  </a:lnTo>
                  <a:cubicBezTo>
                    <a:pt x="406" y="3576"/>
                    <a:pt x="528" y="3468"/>
                    <a:pt x="609" y="3401"/>
                  </a:cubicBezTo>
                  <a:lnTo>
                    <a:pt x="1719" y="2371"/>
                  </a:lnTo>
                  <a:cubicBezTo>
                    <a:pt x="1747" y="2439"/>
                    <a:pt x="1774" y="2520"/>
                    <a:pt x="1788" y="2574"/>
                  </a:cubicBezTo>
                  <a:lnTo>
                    <a:pt x="2357" y="3982"/>
                  </a:lnTo>
                  <a:cubicBezTo>
                    <a:pt x="2411" y="4118"/>
                    <a:pt x="2492" y="4145"/>
                    <a:pt x="2546" y="4145"/>
                  </a:cubicBezTo>
                  <a:cubicBezTo>
                    <a:pt x="2586" y="4145"/>
                    <a:pt x="2682" y="4118"/>
                    <a:pt x="2736" y="3982"/>
                  </a:cubicBezTo>
                  <a:lnTo>
                    <a:pt x="3290" y="2574"/>
                  </a:lnTo>
                  <a:cubicBezTo>
                    <a:pt x="3318" y="2520"/>
                    <a:pt x="3345" y="2439"/>
                    <a:pt x="3372" y="2371"/>
                  </a:cubicBezTo>
                  <a:lnTo>
                    <a:pt x="4482" y="3401"/>
                  </a:lnTo>
                  <a:cubicBezTo>
                    <a:pt x="4563" y="3468"/>
                    <a:pt x="4686" y="3576"/>
                    <a:pt x="4726" y="3603"/>
                  </a:cubicBezTo>
                  <a:lnTo>
                    <a:pt x="4753" y="3630"/>
                  </a:lnTo>
                  <a:lnTo>
                    <a:pt x="4834" y="3630"/>
                  </a:lnTo>
                  <a:cubicBezTo>
                    <a:pt x="4861" y="3630"/>
                    <a:pt x="4903" y="3617"/>
                    <a:pt x="4930" y="3603"/>
                  </a:cubicBezTo>
                  <a:lnTo>
                    <a:pt x="5038" y="3563"/>
                  </a:lnTo>
                  <a:lnTo>
                    <a:pt x="5051" y="3509"/>
                  </a:lnTo>
                  <a:cubicBezTo>
                    <a:pt x="5078" y="3414"/>
                    <a:pt x="5092" y="3251"/>
                    <a:pt x="5092" y="3130"/>
                  </a:cubicBezTo>
                  <a:lnTo>
                    <a:pt x="5092" y="1315"/>
                  </a:lnTo>
                  <a:cubicBezTo>
                    <a:pt x="5092" y="1180"/>
                    <a:pt x="5051" y="976"/>
                    <a:pt x="5011" y="855"/>
                  </a:cubicBezTo>
                  <a:cubicBezTo>
                    <a:pt x="4997" y="828"/>
                    <a:pt x="4930" y="665"/>
                    <a:pt x="4659" y="353"/>
                  </a:cubicBezTo>
                  <a:cubicBezTo>
                    <a:pt x="4578" y="259"/>
                    <a:pt x="4523" y="191"/>
                    <a:pt x="4509" y="178"/>
                  </a:cubicBezTo>
                  <a:cubicBezTo>
                    <a:pt x="4388" y="82"/>
                    <a:pt x="4184" y="15"/>
                    <a:pt x="40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80025" lIns="80025" spcFirstLastPara="1" rIns="80025" wrap="square" tIns="80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8" name="Google Shape;538;p42"/>
          <p:cNvGrpSpPr/>
          <p:nvPr/>
        </p:nvGrpSpPr>
        <p:grpSpPr>
          <a:xfrm>
            <a:off x="1684436" y="3144071"/>
            <a:ext cx="441144" cy="284408"/>
            <a:chOff x="5136830" y="3237098"/>
            <a:chExt cx="361742" cy="233217"/>
          </a:xfrm>
        </p:grpSpPr>
        <p:sp>
          <p:nvSpPr>
            <p:cNvPr id="539" name="Google Shape;539;p42"/>
            <p:cNvSpPr/>
            <p:nvPr/>
          </p:nvSpPr>
          <p:spPr>
            <a:xfrm>
              <a:off x="5136830" y="3237098"/>
              <a:ext cx="361742" cy="233217"/>
            </a:xfrm>
            <a:custGeom>
              <a:rect b="b" l="l" r="r" t="t"/>
              <a:pathLst>
                <a:path extrusionOk="0" h="7300" w="11323">
                  <a:moveTo>
                    <a:pt x="3332" y="1639"/>
                  </a:moveTo>
                  <a:cubicBezTo>
                    <a:pt x="3468" y="1639"/>
                    <a:pt x="3603" y="1693"/>
                    <a:pt x="3698" y="1788"/>
                  </a:cubicBezTo>
                  <a:cubicBezTo>
                    <a:pt x="3793" y="1882"/>
                    <a:pt x="3847" y="2018"/>
                    <a:pt x="3847" y="2153"/>
                  </a:cubicBezTo>
                  <a:cubicBezTo>
                    <a:pt x="3847" y="2289"/>
                    <a:pt x="3793" y="2411"/>
                    <a:pt x="3698" y="2519"/>
                  </a:cubicBezTo>
                  <a:lnTo>
                    <a:pt x="3332" y="2871"/>
                  </a:lnTo>
                  <a:lnTo>
                    <a:pt x="3698" y="3237"/>
                  </a:lnTo>
                  <a:cubicBezTo>
                    <a:pt x="3793" y="3332"/>
                    <a:pt x="3847" y="3467"/>
                    <a:pt x="3847" y="3603"/>
                  </a:cubicBezTo>
                  <a:cubicBezTo>
                    <a:pt x="3847" y="3738"/>
                    <a:pt x="3793" y="3860"/>
                    <a:pt x="3698" y="3955"/>
                  </a:cubicBezTo>
                  <a:cubicBezTo>
                    <a:pt x="3603" y="4049"/>
                    <a:pt x="3468" y="4103"/>
                    <a:pt x="3332" y="4103"/>
                  </a:cubicBezTo>
                  <a:cubicBezTo>
                    <a:pt x="3197" y="4103"/>
                    <a:pt x="3075" y="4049"/>
                    <a:pt x="2980" y="3955"/>
                  </a:cubicBezTo>
                  <a:lnTo>
                    <a:pt x="2615" y="3589"/>
                  </a:lnTo>
                  <a:lnTo>
                    <a:pt x="2249" y="3955"/>
                  </a:lnTo>
                  <a:cubicBezTo>
                    <a:pt x="2155" y="4049"/>
                    <a:pt x="2032" y="4103"/>
                    <a:pt x="1897" y="4103"/>
                  </a:cubicBezTo>
                  <a:cubicBezTo>
                    <a:pt x="1748" y="4103"/>
                    <a:pt x="1626" y="4049"/>
                    <a:pt x="1532" y="3955"/>
                  </a:cubicBezTo>
                  <a:cubicBezTo>
                    <a:pt x="1436" y="3860"/>
                    <a:pt x="1382" y="3738"/>
                    <a:pt x="1382" y="3603"/>
                  </a:cubicBezTo>
                  <a:cubicBezTo>
                    <a:pt x="1382" y="3467"/>
                    <a:pt x="1436" y="3332"/>
                    <a:pt x="1532" y="3237"/>
                  </a:cubicBezTo>
                  <a:lnTo>
                    <a:pt x="1897" y="2871"/>
                  </a:lnTo>
                  <a:lnTo>
                    <a:pt x="1532" y="2519"/>
                  </a:lnTo>
                  <a:cubicBezTo>
                    <a:pt x="1328" y="2316"/>
                    <a:pt x="1328" y="1991"/>
                    <a:pt x="1532" y="1788"/>
                  </a:cubicBezTo>
                  <a:cubicBezTo>
                    <a:pt x="1626" y="1693"/>
                    <a:pt x="1748" y="1639"/>
                    <a:pt x="1897" y="1639"/>
                  </a:cubicBezTo>
                  <a:cubicBezTo>
                    <a:pt x="2032" y="1639"/>
                    <a:pt x="2155" y="1693"/>
                    <a:pt x="2249" y="1788"/>
                  </a:cubicBezTo>
                  <a:lnTo>
                    <a:pt x="2615" y="2153"/>
                  </a:lnTo>
                  <a:lnTo>
                    <a:pt x="2980" y="1788"/>
                  </a:lnTo>
                  <a:cubicBezTo>
                    <a:pt x="3075" y="1693"/>
                    <a:pt x="3197" y="1639"/>
                    <a:pt x="3332" y="1639"/>
                  </a:cubicBezTo>
                  <a:close/>
                  <a:moveTo>
                    <a:pt x="8885" y="1300"/>
                  </a:moveTo>
                  <a:cubicBezTo>
                    <a:pt x="9684" y="1300"/>
                    <a:pt x="10334" y="1964"/>
                    <a:pt x="10334" y="2763"/>
                  </a:cubicBezTo>
                  <a:cubicBezTo>
                    <a:pt x="10334" y="3562"/>
                    <a:pt x="9684" y="4212"/>
                    <a:pt x="8885" y="4212"/>
                  </a:cubicBezTo>
                  <a:cubicBezTo>
                    <a:pt x="8072" y="4212"/>
                    <a:pt x="7422" y="3562"/>
                    <a:pt x="7422" y="2763"/>
                  </a:cubicBezTo>
                  <a:cubicBezTo>
                    <a:pt x="7422" y="1964"/>
                    <a:pt x="8072" y="1300"/>
                    <a:pt x="8885" y="1300"/>
                  </a:cubicBezTo>
                  <a:close/>
                  <a:moveTo>
                    <a:pt x="2696" y="0"/>
                  </a:moveTo>
                  <a:cubicBezTo>
                    <a:pt x="1207" y="0"/>
                    <a:pt x="1" y="1219"/>
                    <a:pt x="1" y="2709"/>
                  </a:cubicBezTo>
                  <a:cubicBezTo>
                    <a:pt x="1" y="3209"/>
                    <a:pt x="136" y="3684"/>
                    <a:pt x="380" y="4090"/>
                  </a:cubicBezTo>
                  <a:lnTo>
                    <a:pt x="1423" y="6243"/>
                  </a:lnTo>
                  <a:cubicBezTo>
                    <a:pt x="1734" y="6893"/>
                    <a:pt x="2384" y="7299"/>
                    <a:pt x="3116" y="7299"/>
                  </a:cubicBezTo>
                  <a:cubicBezTo>
                    <a:pt x="3400" y="7299"/>
                    <a:pt x="3671" y="7232"/>
                    <a:pt x="3928" y="7110"/>
                  </a:cubicBezTo>
                  <a:cubicBezTo>
                    <a:pt x="4592" y="6785"/>
                    <a:pt x="4984" y="6108"/>
                    <a:pt x="4984" y="5417"/>
                  </a:cubicBezTo>
                  <a:lnTo>
                    <a:pt x="6326" y="5417"/>
                  </a:lnTo>
                  <a:cubicBezTo>
                    <a:pt x="6326" y="6108"/>
                    <a:pt x="6718" y="6785"/>
                    <a:pt x="7382" y="7110"/>
                  </a:cubicBezTo>
                  <a:cubicBezTo>
                    <a:pt x="7639" y="7232"/>
                    <a:pt x="7924" y="7299"/>
                    <a:pt x="8208" y="7299"/>
                  </a:cubicBezTo>
                  <a:cubicBezTo>
                    <a:pt x="8926" y="7299"/>
                    <a:pt x="9576" y="6893"/>
                    <a:pt x="9887" y="6243"/>
                  </a:cubicBezTo>
                  <a:lnTo>
                    <a:pt x="10943" y="4090"/>
                  </a:lnTo>
                  <a:cubicBezTo>
                    <a:pt x="11187" y="3684"/>
                    <a:pt x="11322" y="3209"/>
                    <a:pt x="11322" y="2709"/>
                  </a:cubicBezTo>
                  <a:cubicBezTo>
                    <a:pt x="11322" y="1219"/>
                    <a:pt x="10104" y="0"/>
                    <a:pt x="86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80500" lIns="80500" spcFirstLastPara="1" rIns="80500" wrap="square" tIns="8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32"/>
            </a:p>
          </p:txBody>
        </p:sp>
        <p:sp>
          <p:nvSpPr>
            <p:cNvPr id="540" name="Google Shape;540;p42"/>
            <p:cNvSpPr/>
            <p:nvPr/>
          </p:nvSpPr>
          <p:spPr>
            <a:xfrm>
              <a:off x="5407693" y="3289430"/>
              <a:ext cx="25590" cy="25111"/>
            </a:xfrm>
            <a:custGeom>
              <a:rect b="b" l="l" r="r" t="t"/>
              <a:pathLst>
                <a:path extrusionOk="0" h="786" w="801">
                  <a:moveTo>
                    <a:pt x="407" y="1"/>
                  </a:moveTo>
                  <a:cubicBezTo>
                    <a:pt x="177" y="1"/>
                    <a:pt x="0" y="177"/>
                    <a:pt x="0" y="394"/>
                  </a:cubicBezTo>
                  <a:cubicBezTo>
                    <a:pt x="0" y="610"/>
                    <a:pt x="177" y="786"/>
                    <a:pt x="407" y="786"/>
                  </a:cubicBezTo>
                  <a:cubicBezTo>
                    <a:pt x="623" y="786"/>
                    <a:pt x="800" y="610"/>
                    <a:pt x="800" y="394"/>
                  </a:cubicBezTo>
                  <a:cubicBezTo>
                    <a:pt x="800" y="177"/>
                    <a:pt x="623" y="1"/>
                    <a:pt x="4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80500" lIns="80500" spcFirstLastPara="1" rIns="80500" wrap="square" tIns="8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32"/>
            </a:p>
          </p:txBody>
        </p:sp>
        <p:sp>
          <p:nvSpPr>
            <p:cNvPr id="541" name="Google Shape;541;p42"/>
            <p:cNvSpPr/>
            <p:nvPr/>
          </p:nvSpPr>
          <p:spPr>
            <a:xfrm>
              <a:off x="5407693" y="3335756"/>
              <a:ext cx="25590" cy="25111"/>
            </a:xfrm>
            <a:custGeom>
              <a:rect b="b" l="l" r="r" t="t"/>
              <a:pathLst>
                <a:path extrusionOk="0" h="786" w="801">
                  <a:moveTo>
                    <a:pt x="407" y="0"/>
                  </a:moveTo>
                  <a:cubicBezTo>
                    <a:pt x="177" y="0"/>
                    <a:pt x="0" y="176"/>
                    <a:pt x="0" y="392"/>
                  </a:cubicBezTo>
                  <a:cubicBezTo>
                    <a:pt x="0" y="609"/>
                    <a:pt x="177" y="786"/>
                    <a:pt x="407" y="786"/>
                  </a:cubicBezTo>
                  <a:cubicBezTo>
                    <a:pt x="623" y="786"/>
                    <a:pt x="800" y="609"/>
                    <a:pt x="800" y="392"/>
                  </a:cubicBezTo>
                  <a:cubicBezTo>
                    <a:pt x="800" y="176"/>
                    <a:pt x="623" y="0"/>
                    <a:pt x="4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80500" lIns="80500" spcFirstLastPara="1" rIns="80500" wrap="square" tIns="8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32"/>
            </a:p>
          </p:txBody>
        </p:sp>
        <p:sp>
          <p:nvSpPr>
            <p:cNvPr id="542" name="Google Shape;542;p42"/>
            <p:cNvSpPr/>
            <p:nvPr/>
          </p:nvSpPr>
          <p:spPr>
            <a:xfrm>
              <a:off x="5431048" y="3312785"/>
              <a:ext cx="25143" cy="25143"/>
            </a:xfrm>
            <a:custGeom>
              <a:rect b="b" l="l" r="r" t="t"/>
              <a:pathLst>
                <a:path extrusionOk="0" h="787" w="787">
                  <a:moveTo>
                    <a:pt x="394" y="1"/>
                  </a:moveTo>
                  <a:cubicBezTo>
                    <a:pt x="177" y="1"/>
                    <a:pt x="1" y="177"/>
                    <a:pt x="1" y="394"/>
                  </a:cubicBezTo>
                  <a:cubicBezTo>
                    <a:pt x="1" y="611"/>
                    <a:pt x="177" y="786"/>
                    <a:pt x="394" y="786"/>
                  </a:cubicBezTo>
                  <a:cubicBezTo>
                    <a:pt x="611" y="786"/>
                    <a:pt x="786" y="611"/>
                    <a:pt x="786" y="394"/>
                  </a:cubicBezTo>
                  <a:cubicBezTo>
                    <a:pt x="786" y="177"/>
                    <a:pt x="611" y="1"/>
                    <a:pt x="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80500" lIns="80500" spcFirstLastPara="1" rIns="80500" wrap="square" tIns="8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32"/>
            </a:p>
          </p:txBody>
        </p:sp>
        <p:sp>
          <p:nvSpPr>
            <p:cNvPr id="543" name="Google Shape;543;p42"/>
            <p:cNvSpPr/>
            <p:nvPr/>
          </p:nvSpPr>
          <p:spPr>
            <a:xfrm>
              <a:off x="5384786" y="3312785"/>
              <a:ext cx="25111" cy="25143"/>
            </a:xfrm>
            <a:custGeom>
              <a:rect b="b" l="l" r="r" t="t"/>
              <a:pathLst>
                <a:path extrusionOk="0" h="787" w="786">
                  <a:moveTo>
                    <a:pt x="392" y="1"/>
                  </a:moveTo>
                  <a:cubicBezTo>
                    <a:pt x="176" y="1"/>
                    <a:pt x="0" y="177"/>
                    <a:pt x="0" y="394"/>
                  </a:cubicBezTo>
                  <a:cubicBezTo>
                    <a:pt x="0" y="611"/>
                    <a:pt x="176" y="786"/>
                    <a:pt x="392" y="786"/>
                  </a:cubicBezTo>
                  <a:cubicBezTo>
                    <a:pt x="609" y="786"/>
                    <a:pt x="786" y="611"/>
                    <a:pt x="786" y="394"/>
                  </a:cubicBezTo>
                  <a:cubicBezTo>
                    <a:pt x="786" y="177"/>
                    <a:pt x="609" y="1"/>
                    <a:pt x="3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80500" lIns="80500" spcFirstLastPara="1" rIns="80500" wrap="square" tIns="8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32"/>
            </a:p>
          </p:txBody>
        </p:sp>
      </p:grpSp>
      <p:sp>
        <p:nvSpPr>
          <p:cNvPr id="544" name="Google Shape;544;p42"/>
          <p:cNvSpPr/>
          <p:nvPr/>
        </p:nvSpPr>
        <p:spPr>
          <a:xfrm>
            <a:off x="7072925" y="3072625"/>
            <a:ext cx="332146" cy="427305"/>
          </a:xfrm>
          <a:custGeom>
            <a:rect b="b" l="l" r="r" t="t"/>
            <a:pathLst>
              <a:path extrusionOk="0" h="11391" w="8018">
                <a:moveTo>
                  <a:pt x="5522" y="0"/>
                </a:moveTo>
                <a:cubicBezTo>
                  <a:pt x="5514" y="0"/>
                  <a:pt x="5506" y="0"/>
                  <a:pt x="5499" y="1"/>
                </a:cubicBezTo>
                <a:cubicBezTo>
                  <a:pt x="5255" y="15"/>
                  <a:pt x="5065" y="218"/>
                  <a:pt x="5065" y="461"/>
                </a:cubicBezTo>
                <a:lnTo>
                  <a:pt x="5092" y="949"/>
                </a:lnTo>
                <a:lnTo>
                  <a:pt x="4469" y="949"/>
                </a:lnTo>
                <a:cubicBezTo>
                  <a:pt x="4009" y="949"/>
                  <a:pt x="3630" y="1315"/>
                  <a:pt x="3630" y="1776"/>
                </a:cubicBezTo>
                <a:lnTo>
                  <a:pt x="3630" y="2547"/>
                </a:lnTo>
                <a:lnTo>
                  <a:pt x="2912" y="2547"/>
                </a:lnTo>
                <a:cubicBezTo>
                  <a:pt x="2696" y="2547"/>
                  <a:pt x="2533" y="2709"/>
                  <a:pt x="2533" y="2926"/>
                </a:cubicBezTo>
                <a:lnTo>
                  <a:pt x="2533" y="3644"/>
                </a:lnTo>
                <a:cubicBezTo>
                  <a:pt x="1043" y="4240"/>
                  <a:pt x="0" y="5689"/>
                  <a:pt x="0" y="7368"/>
                </a:cubicBezTo>
                <a:cubicBezTo>
                  <a:pt x="0" y="9589"/>
                  <a:pt x="1802" y="11391"/>
                  <a:pt x="4009" y="11391"/>
                </a:cubicBezTo>
                <a:cubicBezTo>
                  <a:pt x="6230" y="11391"/>
                  <a:pt x="8017" y="9589"/>
                  <a:pt x="8017" y="7368"/>
                </a:cubicBezTo>
                <a:cubicBezTo>
                  <a:pt x="8017" y="5689"/>
                  <a:pt x="6975" y="4240"/>
                  <a:pt x="5499" y="3644"/>
                </a:cubicBezTo>
                <a:lnTo>
                  <a:pt x="5499" y="2926"/>
                </a:lnTo>
                <a:cubicBezTo>
                  <a:pt x="5499" y="2709"/>
                  <a:pt x="5323" y="2547"/>
                  <a:pt x="5119" y="2547"/>
                </a:cubicBezTo>
                <a:lnTo>
                  <a:pt x="4523" y="2547"/>
                </a:lnTo>
                <a:lnTo>
                  <a:pt x="4523" y="1843"/>
                </a:lnTo>
                <a:lnTo>
                  <a:pt x="5173" y="1843"/>
                </a:lnTo>
                <a:cubicBezTo>
                  <a:pt x="5390" y="1843"/>
                  <a:pt x="5607" y="1748"/>
                  <a:pt x="5756" y="1586"/>
                </a:cubicBezTo>
                <a:cubicBezTo>
                  <a:pt x="5919" y="1423"/>
                  <a:pt x="6000" y="1220"/>
                  <a:pt x="5986" y="990"/>
                </a:cubicBezTo>
                <a:lnTo>
                  <a:pt x="5973" y="434"/>
                </a:lnTo>
                <a:cubicBezTo>
                  <a:pt x="5959" y="198"/>
                  <a:pt x="5769" y="0"/>
                  <a:pt x="552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42"/>
          <p:cNvSpPr/>
          <p:nvPr/>
        </p:nvSpPr>
        <p:spPr>
          <a:xfrm>
            <a:off x="4394600" y="1259500"/>
            <a:ext cx="354809" cy="380126"/>
          </a:xfrm>
          <a:custGeom>
            <a:rect b="b" l="l" r="r" t="t"/>
            <a:pathLst>
              <a:path extrusionOk="0" h="10931" w="11133">
                <a:moveTo>
                  <a:pt x="4686" y="4741"/>
                </a:moveTo>
                <a:cubicBezTo>
                  <a:pt x="4836" y="4741"/>
                  <a:pt x="4971" y="4755"/>
                  <a:pt x="5092" y="4795"/>
                </a:cubicBezTo>
                <a:lnTo>
                  <a:pt x="4890" y="5432"/>
                </a:lnTo>
                <a:cubicBezTo>
                  <a:pt x="4822" y="5418"/>
                  <a:pt x="4754" y="5405"/>
                  <a:pt x="4686" y="5405"/>
                </a:cubicBezTo>
                <a:cubicBezTo>
                  <a:pt x="4226" y="5405"/>
                  <a:pt x="3846" y="5784"/>
                  <a:pt x="3846" y="6245"/>
                </a:cubicBezTo>
                <a:cubicBezTo>
                  <a:pt x="3846" y="6705"/>
                  <a:pt x="4226" y="7084"/>
                  <a:pt x="4686" y="7084"/>
                </a:cubicBezTo>
                <a:cubicBezTo>
                  <a:pt x="5134" y="7084"/>
                  <a:pt x="5499" y="6732"/>
                  <a:pt x="5526" y="6285"/>
                </a:cubicBezTo>
                <a:lnTo>
                  <a:pt x="6190" y="6055"/>
                </a:lnTo>
                <a:cubicBezTo>
                  <a:pt x="6190" y="6122"/>
                  <a:pt x="6203" y="6176"/>
                  <a:pt x="6203" y="6245"/>
                </a:cubicBezTo>
                <a:cubicBezTo>
                  <a:pt x="6203" y="7084"/>
                  <a:pt x="5526" y="7761"/>
                  <a:pt x="4686" y="7761"/>
                </a:cubicBezTo>
                <a:cubicBezTo>
                  <a:pt x="3861" y="7761"/>
                  <a:pt x="3183" y="7084"/>
                  <a:pt x="3183" y="6245"/>
                </a:cubicBezTo>
                <a:cubicBezTo>
                  <a:pt x="3183" y="5418"/>
                  <a:pt x="3861" y="4741"/>
                  <a:pt x="4686" y="4741"/>
                </a:cubicBezTo>
                <a:close/>
                <a:moveTo>
                  <a:pt x="4686" y="2737"/>
                </a:moveTo>
                <a:cubicBezTo>
                  <a:pt x="5567" y="2737"/>
                  <a:pt x="6365" y="3062"/>
                  <a:pt x="6975" y="3590"/>
                </a:cubicBezTo>
                <a:lnTo>
                  <a:pt x="6461" y="4105"/>
                </a:lnTo>
                <a:cubicBezTo>
                  <a:pt x="5973" y="3699"/>
                  <a:pt x="5363" y="3468"/>
                  <a:pt x="4686" y="3468"/>
                </a:cubicBezTo>
                <a:cubicBezTo>
                  <a:pt x="3156" y="3468"/>
                  <a:pt x="1910" y="4714"/>
                  <a:pt x="1910" y="6245"/>
                </a:cubicBezTo>
                <a:cubicBezTo>
                  <a:pt x="1910" y="7774"/>
                  <a:pt x="3156" y="9034"/>
                  <a:pt x="4686" y="9034"/>
                </a:cubicBezTo>
                <a:cubicBezTo>
                  <a:pt x="6217" y="9034"/>
                  <a:pt x="7476" y="7774"/>
                  <a:pt x="7476" y="6245"/>
                </a:cubicBezTo>
                <a:cubicBezTo>
                  <a:pt x="7476" y="5662"/>
                  <a:pt x="7286" y="5120"/>
                  <a:pt x="6975" y="4674"/>
                </a:cubicBezTo>
                <a:lnTo>
                  <a:pt x="7503" y="4145"/>
                </a:lnTo>
                <a:cubicBezTo>
                  <a:pt x="7936" y="4741"/>
                  <a:pt x="8194" y="5459"/>
                  <a:pt x="8194" y="6245"/>
                </a:cubicBezTo>
                <a:cubicBezTo>
                  <a:pt x="8194" y="8181"/>
                  <a:pt x="6623" y="9752"/>
                  <a:pt x="4686" y="9752"/>
                </a:cubicBezTo>
                <a:cubicBezTo>
                  <a:pt x="2750" y="9752"/>
                  <a:pt x="1179" y="8181"/>
                  <a:pt x="1179" y="6245"/>
                </a:cubicBezTo>
                <a:cubicBezTo>
                  <a:pt x="1179" y="4307"/>
                  <a:pt x="2750" y="2737"/>
                  <a:pt x="4686" y="2737"/>
                </a:cubicBezTo>
                <a:close/>
                <a:moveTo>
                  <a:pt x="9603" y="1"/>
                </a:moveTo>
                <a:cubicBezTo>
                  <a:pt x="9548" y="1"/>
                  <a:pt x="9494" y="28"/>
                  <a:pt x="9453" y="69"/>
                </a:cubicBezTo>
                <a:lnTo>
                  <a:pt x="8668" y="855"/>
                </a:lnTo>
                <a:cubicBezTo>
                  <a:pt x="8600" y="922"/>
                  <a:pt x="8532" y="1044"/>
                  <a:pt x="8519" y="1138"/>
                </a:cubicBezTo>
                <a:lnTo>
                  <a:pt x="8330" y="2101"/>
                </a:lnTo>
                <a:cubicBezTo>
                  <a:pt x="8316" y="2141"/>
                  <a:pt x="8330" y="2195"/>
                  <a:pt x="8330" y="2236"/>
                </a:cubicBezTo>
                <a:lnTo>
                  <a:pt x="7815" y="2751"/>
                </a:lnTo>
                <a:cubicBezTo>
                  <a:pt x="6988" y="2005"/>
                  <a:pt x="5892" y="1559"/>
                  <a:pt x="4686" y="1559"/>
                </a:cubicBezTo>
                <a:cubicBezTo>
                  <a:pt x="2100" y="1559"/>
                  <a:pt x="0" y="3657"/>
                  <a:pt x="0" y="6245"/>
                </a:cubicBezTo>
                <a:cubicBezTo>
                  <a:pt x="0" y="8831"/>
                  <a:pt x="2100" y="10930"/>
                  <a:pt x="4686" y="10930"/>
                </a:cubicBezTo>
                <a:cubicBezTo>
                  <a:pt x="7273" y="10930"/>
                  <a:pt x="9372" y="8831"/>
                  <a:pt x="9372" y="6245"/>
                </a:cubicBezTo>
                <a:cubicBezTo>
                  <a:pt x="9372" y="5134"/>
                  <a:pt x="8993" y="4118"/>
                  <a:pt x="8343" y="3319"/>
                </a:cubicBezTo>
                <a:lnTo>
                  <a:pt x="8871" y="2778"/>
                </a:lnTo>
                <a:cubicBezTo>
                  <a:pt x="8898" y="2791"/>
                  <a:pt x="8925" y="2791"/>
                  <a:pt x="8953" y="2791"/>
                </a:cubicBezTo>
                <a:lnTo>
                  <a:pt x="9007" y="2791"/>
                </a:lnTo>
                <a:lnTo>
                  <a:pt x="9982" y="2601"/>
                </a:lnTo>
                <a:cubicBezTo>
                  <a:pt x="10076" y="2588"/>
                  <a:pt x="10199" y="2520"/>
                  <a:pt x="10266" y="2453"/>
                </a:cubicBezTo>
                <a:lnTo>
                  <a:pt x="11051" y="1667"/>
                </a:lnTo>
                <a:cubicBezTo>
                  <a:pt x="11105" y="1599"/>
                  <a:pt x="11132" y="1532"/>
                  <a:pt x="11105" y="1464"/>
                </a:cubicBezTo>
                <a:cubicBezTo>
                  <a:pt x="11092" y="1396"/>
                  <a:pt x="11038" y="1342"/>
                  <a:pt x="10957" y="1328"/>
                </a:cubicBezTo>
                <a:lnTo>
                  <a:pt x="10076" y="1098"/>
                </a:lnTo>
                <a:cubicBezTo>
                  <a:pt x="10049" y="1098"/>
                  <a:pt x="10022" y="1057"/>
                  <a:pt x="10009" y="1044"/>
                </a:cubicBezTo>
                <a:lnTo>
                  <a:pt x="9792" y="163"/>
                </a:lnTo>
                <a:cubicBezTo>
                  <a:pt x="9765" y="69"/>
                  <a:pt x="9697" y="1"/>
                  <a:pt x="960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3"/>
          <p:cNvSpPr txBox="1"/>
          <p:nvPr>
            <p:ph type="title"/>
          </p:nvPr>
        </p:nvSpPr>
        <p:spPr>
          <a:xfrm>
            <a:off x="4820350" y="2659450"/>
            <a:ext cx="3445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endParaRPr/>
          </a:p>
        </p:txBody>
      </p:sp>
      <p:sp>
        <p:nvSpPr>
          <p:cNvPr id="551" name="Google Shape;551;p43"/>
          <p:cNvSpPr txBox="1"/>
          <p:nvPr>
            <p:ph idx="2" type="title"/>
          </p:nvPr>
        </p:nvSpPr>
        <p:spPr>
          <a:xfrm>
            <a:off x="4820350" y="887025"/>
            <a:ext cx="31854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552" name="Google Shape;552;p43"/>
          <p:cNvGrpSpPr/>
          <p:nvPr/>
        </p:nvGrpSpPr>
        <p:grpSpPr>
          <a:xfrm>
            <a:off x="5196100" y="1779225"/>
            <a:ext cx="2433900" cy="179100"/>
            <a:chOff x="5196100" y="2297550"/>
            <a:chExt cx="2433900" cy="179100"/>
          </a:xfrm>
        </p:grpSpPr>
        <p:sp>
          <p:nvSpPr>
            <p:cNvPr id="553" name="Google Shape;553;p43"/>
            <p:cNvSpPr/>
            <p:nvPr/>
          </p:nvSpPr>
          <p:spPr>
            <a:xfrm>
              <a:off x="51961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43"/>
            <p:cNvSpPr/>
            <p:nvPr/>
          </p:nvSpPr>
          <p:spPr>
            <a:xfrm>
              <a:off x="74509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Model</a:t>
            </a:r>
            <a:endParaRPr sz="4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44"/>
          <p:cNvSpPr/>
          <p:nvPr/>
        </p:nvSpPr>
        <p:spPr>
          <a:xfrm>
            <a:off x="946275" y="1567000"/>
            <a:ext cx="1690500" cy="2836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44"/>
          <p:cNvSpPr txBox="1"/>
          <p:nvPr>
            <p:ph idx="4294967295" type="subTitle"/>
          </p:nvPr>
        </p:nvSpPr>
        <p:spPr>
          <a:xfrm>
            <a:off x="2772120" y="1567000"/>
            <a:ext cx="4469700" cy="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Oranienbaum"/>
                <a:ea typeface="Oranienbaum"/>
                <a:cs typeface="Oranienbaum"/>
                <a:sym typeface="Oranienbaum"/>
              </a:rPr>
              <a:t>Random Forest Classifier</a:t>
            </a:r>
            <a:endParaRPr b="1" sz="2800">
              <a:latin typeface="Oranienbaum"/>
              <a:ea typeface="Oranienbaum"/>
              <a:cs typeface="Oranienbaum"/>
              <a:sym typeface="Oranienba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Oranienbaum"/>
              <a:ea typeface="Oranienbaum"/>
              <a:cs typeface="Oranienbaum"/>
              <a:sym typeface="Oranienbaum"/>
            </a:endParaRPr>
          </a:p>
        </p:txBody>
      </p:sp>
      <p:cxnSp>
        <p:nvCxnSpPr>
          <p:cNvPr id="562" name="Google Shape;562;p44"/>
          <p:cNvCxnSpPr/>
          <p:nvPr/>
        </p:nvCxnSpPr>
        <p:spPr>
          <a:xfrm>
            <a:off x="2920013" y="2191275"/>
            <a:ext cx="3634200" cy="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  <p:grpSp>
        <p:nvGrpSpPr>
          <p:cNvPr id="563" name="Google Shape;563;p44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564" name="Google Shape;564;p44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44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6" name="Google Shape;566;p44"/>
          <p:cNvGrpSpPr/>
          <p:nvPr/>
        </p:nvGrpSpPr>
        <p:grpSpPr>
          <a:xfrm>
            <a:off x="1388074" y="2531764"/>
            <a:ext cx="781419" cy="779463"/>
            <a:chOff x="-20946600" y="3317850"/>
            <a:chExt cx="304825" cy="304050"/>
          </a:xfrm>
        </p:grpSpPr>
        <p:sp>
          <p:nvSpPr>
            <p:cNvPr id="567" name="Google Shape;567;p44"/>
            <p:cNvSpPr/>
            <p:nvPr/>
          </p:nvSpPr>
          <p:spPr>
            <a:xfrm>
              <a:off x="-20946600" y="3317850"/>
              <a:ext cx="232350" cy="248925"/>
            </a:xfrm>
            <a:custGeom>
              <a:rect b="b" l="l" r="r" t="t"/>
              <a:pathLst>
                <a:path extrusionOk="0" h="9957" w="9294">
                  <a:moveTo>
                    <a:pt x="4631" y="1"/>
                  </a:moveTo>
                  <a:cubicBezTo>
                    <a:pt x="3340" y="1"/>
                    <a:pt x="2268" y="977"/>
                    <a:pt x="2142" y="2237"/>
                  </a:cubicBezTo>
                  <a:cubicBezTo>
                    <a:pt x="1292" y="2521"/>
                    <a:pt x="693" y="3340"/>
                    <a:pt x="693" y="4254"/>
                  </a:cubicBezTo>
                  <a:cubicBezTo>
                    <a:pt x="693" y="4695"/>
                    <a:pt x="819" y="5073"/>
                    <a:pt x="1040" y="5451"/>
                  </a:cubicBezTo>
                  <a:cubicBezTo>
                    <a:pt x="378" y="5923"/>
                    <a:pt x="0" y="6648"/>
                    <a:pt x="0" y="7499"/>
                  </a:cubicBezTo>
                  <a:cubicBezTo>
                    <a:pt x="0" y="8853"/>
                    <a:pt x="1134" y="9956"/>
                    <a:pt x="2520" y="9956"/>
                  </a:cubicBezTo>
                  <a:lnTo>
                    <a:pt x="4316" y="9956"/>
                  </a:lnTo>
                  <a:lnTo>
                    <a:pt x="4316" y="8349"/>
                  </a:lnTo>
                  <a:lnTo>
                    <a:pt x="2962" y="7026"/>
                  </a:lnTo>
                  <a:cubicBezTo>
                    <a:pt x="2804" y="6869"/>
                    <a:pt x="2804" y="6648"/>
                    <a:pt x="2962" y="6491"/>
                  </a:cubicBezTo>
                  <a:cubicBezTo>
                    <a:pt x="3040" y="6412"/>
                    <a:pt x="3135" y="6372"/>
                    <a:pt x="3229" y="6372"/>
                  </a:cubicBezTo>
                  <a:cubicBezTo>
                    <a:pt x="3324" y="6372"/>
                    <a:pt x="3418" y="6412"/>
                    <a:pt x="3497" y="6491"/>
                  </a:cubicBezTo>
                  <a:lnTo>
                    <a:pt x="4316" y="7341"/>
                  </a:lnTo>
                  <a:lnTo>
                    <a:pt x="4316" y="5482"/>
                  </a:lnTo>
                  <a:lnTo>
                    <a:pt x="2962" y="4128"/>
                  </a:lnTo>
                  <a:cubicBezTo>
                    <a:pt x="2804" y="3970"/>
                    <a:pt x="2804" y="3781"/>
                    <a:pt x="2962" y="3624"/>
                  </a:cubicBezTo>
                  <a:cubicBezTo>
                    <a:pt x="3040" y="3545"/>
                    <a:pt x="3135" y="3505"/>
                    <a:pt x="3229" y="3505"/>
                  </a:cubicBezTo>
                  <a:cubicBezTo>
                    <a:pt x="3324" y="3505"/>
                    <a:pt x="3418" y="3545"/>
                    <a:pt x="3497" y="3624"/>
                  </a:cubicBezTo>
                  <a:lnTo>
                    <a:pt x="4316" y="4443"/>
                  </a:lnTo>
                  <a:lnTo>
                    <a:pt x="4316" y="2458"/>
                  </a:lnTo>
                  <a:cubicBezTo>
                    <a:pt x="4316" y="2237"/>
                    <a:pt x="4474" y="2080"/>
                    <a:pt x="4663" y="2080"/>
                  </a:cubicBezTo>
                  <a:cubicBezTo>
                    <a:pt x="4852" y="2080"/>
                    <a:pt x="5009" y="2237"/>
                    <a:pt x="5009" y="2458"/>
                  </a:cubicBezTo>
                  <a:lnTo>
                    <a:pt x="5009" y="5860"/>
                  </a:lnTo>
                  <a:lnTo>
                    <a:pt x="5860" y="5041"/>
                  </a:lnTo>
                  <a:cubicBezTo>
                    <a:pt x="5939" y="4963"/>
                    <a:pt x="6025" y="4923"/>
                    <a:pt x="6112" y="4923"/>
                  </a:cubicBezTo>
                  <a:cubicBezTo>
                    <a:pt x="6199" y="4923"/>
                    <a:pt x="6285" y="4963"/>
                    <a:pt x="6364" y="5041"/>
                  </a:cubicBezTo>
                  <a:cubicBezTo>
                    <a:pt x="6522" y="5199"/>
                    <a:pt x="6522" y="5388"/>
                    <a:pt x="6364" y="5545"/>
                  </a:cubicBezTo>
                  <a:lnTo>
                    <a:pt x="5009" y="6900"/>
                  </a:lnTo>
                  <a:lnTo>
                    <a:pt x="5009" y="9956"/>
                  </a:lnTo>
                  <a:lnTo>
                    <a:pt x="6805" y="9956"/>
                  </a:lnTo>
                  <a:cubicBezTo>
                    <a:pt x="8160" y="9956"/>
                    <a:pt x="9294" y="8853"/>
                    <a:pt x="9294" y="7499"/>
                  </a:cubicBezTo>
                  <a:cubicBezTo>
                    <a:pt x="9294" y="6648"/>
                    <a:pt x="8884" y="5923"/>
                    <a:pt x="8223" y="5451"/>
                  </a:cubicBezTo>
                  <a:cubicBezTo>
                    <a:pt x="8443" y="5073"/>
                    <a:pt x="8569" y="4695"/>
                    <a:pt x="8569" y="4254"/>
                  </a:cubicBezTo>
                  <a:cubicBezTo>
                    <a:pt x="8569" y="3340"/>
                    <a:pt x="7971" y="2521"/>
                    <a:pt x="7120" y="2237"/>
                  </a:cubicBezTo>
                  <a:cubicBezTo>
                    <a:pt x="6994" y="977"/>
                    <a:pt x="5923" y="1"/>
                    <a:pt x="46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58600" lIns="158600" spcFirstLastPara="1" rIns="158600" wrap="square" tIns="15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4"/>
            <p:cNvSpPr/>
            <p:nvPr/>
          </p:nvSpPr>
          <p:spPr>
            <a:xfrm>
              <a:off x="-20775700" y="3318650"/>
              <a:ext cx="133925" cy="249700"/>
            </a:xfrm>
            <a:custGeom>
              <a:rect b="b" l="l" r="r" t="t"/>
              <a:pathLst>
                <a:path extrusionOk="0" h="9988" w="5357">
                  <a:moveTo>
                    <a:pt x="694" y="0"/>
                  </a:moveTo>
                  <a:cubicBezTo>
                    <a:pt x="473" y="0"/>
                    <a:pt x="253" y="32"/>
                    <a:pt x="1" y="126"/>
                  </a:cubicBezTo>
                  <a:cubicBezTo>
                    <a:pt x="473" y="567"/>
                    <a:pt x="820" y="1103"/>
                    <a:pt x="977" y="1764"/>
                  </a:cubicBezTo>
                  <a:cubicBezTo>
                    <a:pt x="1891" y="2300"/>
                    <a:pt x="2490" y="3245"/>
                    <a:pt x="2490" y="4285"/>
                  </a:cubicBezTo>
                  <a:cubicBezTo>
                    <a:pt x="2490" y="4663"/>
                    <a:pt x="2395" y="4978"/>
                    <a:pt x="2269" y="5293"/>
                  </a:cubicBezTo>
                  <a:cubicBezTo>
                    <a:pt x="2836" y="5860"/>
                    <a:pt x="3183" y="6648"/>
                    <a:pt x="3183" y="7498"/>
                  </a:cubicBezTo>
                  <a:cubicBezTo>
                    <a:pt x="3183" y="8506"/>
                    <a:pt x="2710" y="9389"/>
                    <a:pt x="1985" y="9987"/>
                  </a:cubicBezTo>
                  <a:lnTo>
                    <a:pt x="2836" y="9987"/>
                  </a:lnTo>
                  <a:cubicBezTo>
                    <a:pt x="4222" y="9987"/>
                    <a:pt x="5325" y="8853"/>
                    <a:pt x="5325" y="7498"/>
                  </a:cubicBezTo>
                  <a:cubicBezTo>
                    <a:pt x="5357" y="6679"/>
                    <a:pt x="4915" y="5891"/>
                    <a:pt x="4285" y="5450"/>
                  </a:cubicBezTo>
                  <a:cubicBezTo>
                    <a:pt x="4537" y="5104"/>
                    <a:pt x="4632" y="4694"/>
                    <a:pt x="4632" y="4253"/>
                  </a:cubicBezTo>
                  <a:cubicBezTo>
                    <a:pt x="4632" y="3340"/>
                    <a:pt x="4065" y="2520"/>
                    <a:pt x="3183" y="2237"/>
                  </a:cubicBezTo>
                  <a:cubicBezTo>
                    <a:pt x="3057" y="977"/>
                    <a:pt x="2017" y="0"/>
                    <a:pt x="6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58600" lIns="158600" spcFirstLastPara="1" rIns="158600" wrap="square" tIns="15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44"/>
            <p:cNvSpPr/>
            <p:nvPr/>
          </p:nvSpPr>
          <p:spPr>
            <a:xfrm>
              <a:off x="-20890700" y="3586425"/>
              <a:ext cx="195375" cy="35475"/>
            </a:xfrm>
            <a:custGeom>
              <a:rect b="b" l="l" r="r" t="t"/>
              <a:pathLst>
                <a:path extrusionOk="0" h="1419" w="7815">
                  <a:moveTo>
                    <a:pt x="2112" y="1"/>
                  </a:moveTo>
                  <a:lnTo>
                    <a:pt x="2112" y="725"/>
                  </a:lnTo>
                  <a:lnTo>
                    <a:pt x="347" y="725"/>
                  </a:lnTo>
                  <a:cubicBezTo>
                    <a:pt x="158" y="725"/>
                    <a:pt x="1" y="883"/>
                    <a:pt x="1" y="1072"/>
                  </a:cubicBezTo>
                  <a:cubicBezTo>
                    <a:pt x="1" y="1261"/>
                    <a:pt x="158" y="1418"/>
                    <a:pt x="347" y="1418"/>
                  </a:cubicBezTo>
                  <a:lnTo>
                    <a:pt x="7468" y="1418"/>
                  </a:lnTo>
                  <a:cubicBezTo>
                    <a:pt x="7657" y="1418"/>
                    <a:pt x="7814" y="1261"/>
                    <a:pt x="7814" y="1072"/>
                  </a:cubicBezTo>
                  <a:cubicBezTo>
                    <a:pt x="7814" y="883"/>
                    <a:pt x="7625" y="725"/>
                    <a:pt x="7436" y="725"/>
                  </a:cubicBezTo>
                  <a:lnTo>
                    <a:pt x="5672" y="725"/>
                  </a:lnTo>
                  <a:lnTo>
                    <a:pt x="5672" y="1"/>
                  </a:lnTo>
                  <a:lnTo>
                    <a:pt x="4947" y="1"/>
                  </a:lnTo>
                  <a:lnTo>
                    <a:pt x="4947" y="725"/>
                  </a:lnTo>
                  <a:lnTo>
                    <a:pt x="2836" y="725"/>
                  </a:lnTo>
                  <a:lnTo>
                    <a:pt x="28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58600" lIns="158600" spcFirstLastPara="1" rIns="158600" wrap="square" tIns="15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0" name="Google Shape;570;p44"/>
          <p:cNvSpPr txBox="1"/>
          <p:nvPr>
            <p:ph idx="4294967295" type="subTitle"/>
          </p:nvPr>
        </p:nvSpPr>
        <p:spPr>
          <a:xfrm>
            <a:off x="2870325" y="2266800"/>
            <a:ext cx="4056600" cy="27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Oranienbaum"/>
                <a:ea typeface="Oranienbaum"/>
                <a:cs typeface="Oranienbaum"/>
                <a:sym typeface="Oranienbaum"/>
              </a:rPr>
              <a:t>Input: </a:t>
            </a:r>
            <a:r>
              <a:rPr lang="en" sz="1900"/>
              <a:t>First 8 moves, player rating, colour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Oranienbaum"/>
                <a:ea typeface="Oranienbaum"/>
                <a:cs typeface="Oranienbaum"/>
                <a:sym typeface="Oranienbaum"/>
              </a:rPr>
              <a:t>Output: </a:t>
            </a:r>
            <a:r>
              <a:rPr lang="en" sz="1900"/>
              <a:t>Predicted player playstyle (e.g., Tactical, Positional, Dynamic)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Oranienbaum"/>
                <a:ea typeface="Oranienbaum"/>
                <a:cs typeface="Oranienbaum"/>
                <a:sym typeface="Oranienbaum"/>
              </a:rPr>
              <a:t>Training Size: </a:t>
            </a:r>
            <a:r>
              <a:rPr lang="en" sz="1900"/>
              <a:t>42,000 games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571" name="Google Shape;571;p44"/>
          <p:cNvSpPr/>
          <p:nvPr/>
        </p:nvSpPr>
        <p:spPr>
          <a:xfrm>
            <a:off x="7089756" y="1567000"/>
            <a:ext cx="1403100" cy="81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75250" lIns="75250" spcFirstLastPara="1" rIns="75250" wrap="square" tIns="7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9">
                <a:solidFill>
                  <a:schemeClr val="lt2"/>
                </a:solidFill>
                <a:latin typeface="Oranienbaum"/>
                <a:ea typeface="Oranienbaum"/>
                <a:cs typeface="Oranienbaum"/>
                <a:sym typeface="Oranienbaum"/>
              </a:rPr>
              <a:t>Game Data</a:t>
            </a:r>
            <a:endParaRPr b="1" sz="2469">
              <a:solidFill>
                <a:schemeClr val="lt2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572" name="Google Shape;572;p44"/>
          <p:cNvSpPr/>
          <p:nvPr/>
        </p:nvSpPr>
        <p:spPr>
          <a:xfrm>
            <a:off x="7089850" y="2580137"/>
            <a:ext cx="1403100" cy="81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5250" lIns="75250" spcFirstLastPara="1" rIns="75250" wrap="square" tIns="7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9">
                <a:solidFill>
                  <a:schemeClr val="lt2"/>
                </a:solidFill>
                <a:latin typeface="Oranienbaum"/>
                <a:ea typeface="Oranienbaum"/>
                <a:cs typeface="Oranienbaum"/>
                <a:sym typeface="Oranienbaum"/>
              </a:rPr>
              <a:t>Random Forest</a:t>
            </a:r>
            <a:endParaRPr b="1" sz="2469">
              <a:solidFill>
                <a:schemeClr val="lt2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cxnSp>
        <p:nvCxnSpPr>
          <p:cNvPr id="573" name="Google Shape;573;p44"/>
          <p:cNvCxnSpPr>
            <a:stCxn id="571" idx="2"/>
            <a:endCxn id="572" idx="0"/>
          </p:cNvCxnSpPr>
          <p:nvPr/>
        </p:nvCxnSpPr>
        <p:spPr>
          <a:xfrm>
            <a:off x="7791306" y="2377000"/>
            <a:ext cx="0" cy="203100"/>
          </a:xfrm>
          <a:prstGeom prst="straightConnector1">
            <a:avLst/>
          </a:prstGeom>
          <a:noFill/>
          <a:ln cap="flat" cmpd="sng" w="103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" name="Google Shape;574;p44"/>
          <p:cNvSpPr/>
          <p:nvPr/>
        </p:nvSpPr>
        <p:spPr>
          <a:xfrm>
            <a:off x="7089751" y="3593239"/>
            <a:ext cx="1403100" cy="81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75250" lIns="75250" spcFirstLastPara="1" rIns="75250" wrap="square" tIns="7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9">
                <a:solidFill>
                  <a:schemeClr val="lt2"/>
                </a:solidFill>
                <a:latin typeface="Oranienbaum"/>
                <a:ea typeface="Oranienbaum"/>
                <a:cs typeface="Oranienbaum"/>
                <a:sym typeface="Oranienbaum"/>
              </a:rPr>
              <a:t>Playstyle</a:t>
            </a:r>
            <a:endParaRPr b="1" sz="2469">
              <a:solidFill>
                <a:schemeClr val="lt2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cxnSp>
        <p:nvCxnSpPr>
          <p:cNvPr id="575" name="Google Shape;575;p44"/>
          <p:cNvCxnSpPr>
            <a:stCxn id="572" idx="2"/>
            <a:endCxn id="574" idx="0"/>
          </p:cNvCxnSpPr>
          <p:nvPr/>
        </p:nvCxnSpPr>
        <p:spPr>
          <a:xfrm>
            <a:off x="7791400" y="3390137"/>
            <a:ext cx="0" cy="203100"/>
          </a:xfrm>
          <a:prstGeom prst="straightConnector1">
            <a:avLst/>
          </a:prstGeom>
          <a:noFill/>
          <a:ln cap="flat" cmpd="sng" w="103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Performance</a:t>
            </a:r>
            <a:endParaRPr/>
          </a:p>
        </p:txBody>
      </p:sp>
      <p:sp>
        <p:nvSpPr>
          <p:cNvPr id="581" name="Google Shape;581;p45"/>
          <p:cNvSpPr txBox="1"/>
          <p:nvPr>
            <p:ph idx="5" type="subTitle"/>
          </p:nvPr>
        </p:nvSpPr>
        <p:spPr>
          <a:xfrm>
            <a:off x="815901" y="3562604"/>
            <a:ext cx="2725500" cy="769200"/>
          </a:xfrm>
          <a:prstGeom prst="rect">
            <a:avLst/>
          </a:prstGeom>
        </p:spPr>
        <p:txBody>
          <a:bodyPr anchorCtr="0" anchor="t" bIns="105150" lIns="105150" spcFirstLastPara="1" rIns="105150" wrap="square" tIns="10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40"/>
              <a:t>Model correctly predicts playstyle in nearly all cases</a:t>
            </a:r>
            <a:endParaRPr sz="1840"/>
          </a:p>
        </p:txBody>
      </p:sp>
      <p:sp>
        <p:nvSpPr>
          <p:cNvPr id="582" name="Google Shape;582;p45"/>
          <p:cNvSpPr txBox="1"/>
          <p:nvPr>
            <p:ph idx="6" type="subTitle"/>
          </p:nvPr>
        </p:nvSpPr>
        <p:spPr>
          <a:xfrm>
            <a:off x="815901" y="3024523"/>
            <a:ext cx="2725500" cy="614700"/>
          </a:xfrm>
          <a:prstGeom prst="rect">
            <a:avLst/>
          </a:prstGeom>
        </p:spPr>
        <p:txBody>
          <a:bodyPr anchorCtr="0" anchor="b" bIns="105150" lIns="105150" spcFirstLastPara="1" rIns="105150" wrap="square" tIns="10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94"/>
              <a:t>Accuracy</a:t>
            </a:r>
            <a:endParaRPr sz="3794"/>
          </a:p>
        </p:txBody>
      </p:sp>
      <p:sp>
        <p:nvSpPr>
          <p:cNvPr id="583" name="Google Shape;583;p45"/>
          <p:cNvSpPr txBox="1"/>
          <p:nvPr>
            <p:ph idx="9" type="title"/>
          </p:nvPr>
        </p:nvSpPr>
        <p:spPr>
          <a:xfrm>
            <a:off x="815901" y="1304075"/>
            <a:ext cx="2725500" cy="1202700"/>
          </a:xfrm>
          <a:prstGeom prst="rect">
            <a:avLst/>
          </a:prstGeom>
        </p:spPr>
        <p:txBody>
          <a:bodyPr anchorCtr="0" anchor="b" bIns="105150" lIns="105150" spcFirstLastPara="1" rIns="105150" wrap="square" tIns="10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899"/>
              <a:t>93.7%</a:t>
            </a:r>
            <a:endParaRPr sz="6899"/>
          </a:p>
        </p:txBody>
      </p:sp>
      <p:grpSp>
        <p:nvGrpSpPr>
          <p:cNvPr id="584" name="Google Shape;584;p45"/>
          <p:cNvGrpSpPr/>
          <p:nvPr/>
        </p:nvGrpSpPr>
        <p:grpSpPr>
          <a:xfrm>
            <a:off x="815900" y="681625"/>
            <a:ext cx="7512200" cy="179100"/>
            <a:chOff x="815900" y="681625"/>
            <a:chExt cx="7512200" cy="179100"/>
          </a:xfrm>
        </p:grpSpPr>
        <p:sp>
          <p:nvSpPr>
            <p:cNvPr id="585" name="Google Shape;585;p45"/>
            <p:cNvSpPr/>
            <p:nvPr/>
          </p:nvSpPr>
          <p:spPr>
            <a:xfrm>
              <a:off x="8159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45"/>
            <p:cNvSpPr/>
            <p:nvPr/>
          </p:nvSpPr>
          <p:spPr>
            <a:xfrm>
              <a:off x="8149000" y="681625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7" name="Google Shape;587;p45"/>
          <p:cNvGrpSpPr/>
          <p:nvPr/>
        </p:nvGrpSpPr>
        <p:grpSpPr>
          <a:xfrm>
            <a:off x="1662675" y="2540983"/>
            <a:ext cx="1031953" cy="205965"/>
            <a:chOff x="1456300" y="2782838"/>
            <a:chExt cx="897350" cy="179100"/>
          </a:xfrm>
        </p:grpSpPr>
        <p:sp>
          <p:nvSpPr>
            <p:cNvPr id="588" name="Google Shape;588;p45"/>
            <p:cNvSpPr/>
            <p:nvPr/>
          </p:nvSpPr>
          <p:spPr>
            <a:xfrm>
              <a:off x="145630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05150" lIns="105150" spcFirstLastPara="1" rIns="105150" wrap="square" tIns="105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45"/>
            <p:cNvSpPr/>
            <p:nvPr/>
          </p:nvSpPr>
          <p:spPr>
            <a:xfrm>
              <a:off x="1815425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05150" lIns="105150" spcFirstLastPara="1" rIns="105150" wrap="square" tIns="105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45"/>
            <p:cNvSpPr/>
            <p:nvPr/>
          </p:nvSpPr>
          <p:spPr>
            <a:xfrm>
              <a:off x="217455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05150" lIns="105150" spcFirstLastPara="1" rIns="105150" wrap="square" tIns="105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91" name="Google Shape;59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7398" y="1246100"/>
            <a:ext cx="4463502" cy="352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6"/>
          <p:cNvSpPr txBox="1"/>
          <p:nvPr>
            <p:ph type="title"/>
          </p:nvPr>
        </p:nvSpPr>
        <p:spPr>
          <a:xfrm>
            <a:off x="4820350" y="2659450"/>
            <a:ext cx="3445800" cy="131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 + conclusion</a:t>
            </a:r>
            <a:endParaRPr/>
          </a:p>
        </p:txBody>
      </p:sp>
      <p:sp>
        <p:nvSpPr>
          <p:cNvPr id="597" name="Google Shape;597;p46"/>
          <p:cNvSpPr txBox="1"/>
          <p:nvPr>
            <p:ph idx="2" type="title"/>
          </p:nvPr>
        </p:nvSpPr>
        <p:spPr>
          <a:xfrm>
            <a:off x="4820350" y="887025"/>
            <a:ext cx="31854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598" name="Google Shape;598;p46"/>
          <p:cNvGrpSpPr/>
          <p:nvPr/>
        </p:nvGrpSpPr>
        <p:grpSpPr>
          <a:xfrm>
            <a:off x="5196100" y="1779225"/>
            <a:ext cx="2433900" cy="179100"/>
            <a:chOff x="5196100" y="2297550"/>
            <a:chExt cx="2433900" cy="179100"/>
          </a:xfrm>
        </p:grpSpPr>
        <p:sp>
          <p:nvSpPr>
            <p:cNvPr id="599" name="Google Shape;599;p46"/>
            <p:cNvSpPr/>
            <p:nvPr/>
          </p:nvSpPr>
          <p:spPr>
            <a:xfrm>
              <a:off x="51961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46"/>
            <p:cNvSpPr/>
            <p:nvPr/>
          </p:nvSpPr>
          <p:spPr>
            <a:xfrm>
              <a:off x="7450900" y="2297550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7"/>
          <p:cNvSpPr txBox="1"/>
          <p:nvPr>
            <p:ph type="title"/>
          </p:nvPr>
        </p:nvSpPr>
        <p:spPr>
          <a:xfrm>
            <a:off x="720000" y="1841100"/>
            <a:ext cx="7704000" cy="14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600"/>
              <a:t>DEMO TIME!</a:t>
            </a:r>
            <a:endParaRPr sz="7600"/>
          </a:p>
        </p:txBody>
      </p:sp>
      <p:sp>
        <p:nvSpPr>
          <p:cNvPr id="606" name="Google Shape;606;p47"/>
          <p:cNvSpPr txBox="1"/>
          <p:nvPr/>
        </p:nvSpPr>
        <p:spPr>
          <a:xfrm>
            <a:off x="3170950" y="30369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https://capstonewebsite-nl9a.onrender.com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48"/>
          <p:cNvSpPr txBox="1"/>
          <p:nvPr>
            <p:ph idx="3" type="subTitle"/>
          </p:nvPr>
        </p:nvSpPr>
        <p:spPr>
          <a:xfrm>
            <a:off x="1969198" y="1687650"/>
            <a:ext cx="5205600" cy="31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1800"/>
              <a:t>Openings do have a major impact on win rate</a:t>
            </a:r>
            <a:br>
              <a:rPr lang="en" sz="1800"/>
            </a:br>
            <a:endParaRPr sz="18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1800"/>
              <a:t>Many players struggle to choose the right opening</a:t>
            </a:r>
            <a:br>
              <a:rPr lang="en" sz="1800"/>
            </a:br>
            <a:endParaRPr sz="18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1800"/>
              <a:t>This system offers a personalised solution to a problem many people face such as myself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13" name="Google Shape;613;p48"/>
          <p:cNvSpPr/>
          <p:nvPr/>
        </p:nvSpPr>
        <p:spPr>
          <a:xfrm>
            <a:off x="815900" y="681625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48"/>
          <p:cNvSpPr/>
          <p:nvPr/>
        </p:nvSpPr>
        <p:spPr>
          <a:xfrm>
            <a:off x="8149000" y="681625"/>
            <a:ext cx="179100" cy="1791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9"/>
          <p:cNvSpPr txBox="1"/>
          <p:nvPr>
            <p:ph type="ctrTitle"/>
          </p:nvPr>
        </p:nvSpPr>
        <p:spPr>
          <a:xfrm>
            <a:off x="2178025" y="723700"/>
            <a:ext cx="4788000" cy="107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620" name="Google Shape;620;p49"/>
          <p:cNvSpPr txBox="1"/>
          <p:nvPr>
            <p:ph idx="2" type="subTitle"/>
          </p:nvPr>
        </p:nvSpPr>
        <p:spPr>
          <a:xfrm>
            <a:off x="2243688" y="2530675"/>
            <a:ext cx="45951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ANY QUESTIONS?</a:t>
            </a:r>
            <a:endParaRPr sz="3700"/>
          </a:p>
        </p:txBody>
      </p:sp>
      <p:grpSp>
        <p:nvGrpSpPr>
          <p:cNvPr id="621" name="Google Shape;621;p49"/>
          <p:cNvGrpSpPr/>
          <p:nvPr/>
        </p:nvGrpSpPr>
        <p:grpSpPr>
          <a:xfrm>
            <a:off x="1917138" y="1137288"/>
            <a:ext cx="897350" cy="179100"/>
            <a:chOff x="1456300" y="2782838"/>
            <a:chExt cx="897350" cy="179100"/>
          </a:xfrm>
        </p:grpSpPr>
        <p:sp>
          <p:nvSpPr>
            <p:cNvPr id="622" name="Google Shape;622;p49"/>
            <p:cNvSpPr/>
            <p:nvPr/>
          </p:nvSpPr>
          <p:spPr>
            <a:xfrm>
              <a:off x="145630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49"/>
            <p:cNvSpPr/>
            <p:nvPr/>
          </p:nvSpPr>
          <p:spPr>
            <a:xfrm>
              <a:off x="1815425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49"/>
            <p:cNvSpPr/>
            <p:nvPr/>
          </p:nvSpPr>
          <p:spPr>
            <a:xfrm>
              <a:off x="217455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5" name="Google Shape;625;p49"/>
          <p:cNvGrpSpPr/>
          <p:nvPr/>
        </p:nvGrpSpPr>
        <p:grpSpPr>
          <a:xfrm>
            <a:off x="6329513" y="1137288"/>
            <a:ext cx="897350" cy="179100"/>
            <a:chOff x="1456300" y="2782838"/>
            <a:chExt cx="897350" cy="179100"/>
          </a:xfrm>
        </p:grpSpPr>
        <p:sp>
          <p:nvSpPr>
            <p:cNvPr id="626" name="Google Shape;626;p49"/>
            <p:cNvSpPr/>
            <p:nvPr/>
          </p:nvSpPr>
          <p:spPr>
            <a:xfrm>
              <a:off x="145630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49"/>
            <p:cNvSpPr/>
            <p:nvPr/>
          </p:nvSpPr>
          <p:spPr>
            <a:xfrm>
              <a:off x="1815425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9"/>
            <p:cNvSpPr/>
            <p:nvPr/>
          </p:nvSpPr>
          <p:spPr>
            <a:xfrm>
              <a:off x="2174550" y="2782838"/>
              <a:ext cx="179100" cy="1791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9" name="Google Shape;629;p49"/>
          <p:cNvSpPr txBox="1"/>
          <p:nvPr/>
        </p:nvSpPr>
        <p:spPr>
          <a:xfrm>
            <a:off x="3072025" y="4245638"/>
            <a:ext cx="30000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Please keep this slide for attribution</a:t>
            </a:r>
            <a:endParaRPr b="1" sz="10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id="630" name="Google Shape;63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7575" y="3530800"/>
            <a:ext cx="3867331" cy="10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merican Chess Day by Slidesgo">
  <a:themeElements>
    <a:clrScheme name="Simple Light">
      <a:dk1>
        <a:srgbClr val="523E32"/>
      </a:dk1>
      <a:lt1>
        <a:srgbClr val="816353"/>
      </a:lt1>
      <a:dk2>
        <a:srgbClr val="719972"/>
      </a:dk2>
      <a:lt2>
        <a:srgbClr val="F7F0E0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23E3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